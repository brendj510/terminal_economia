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76" r:id="rId3"/>
    <p:sldId id="277" r:id="rId4"/>
    <p:sldId id="278" r:id="rId5"/>
    <p:sldId id="279" r:id="rId6"/>
    <p:sldId id="288" r:id="rId7"/>
    <p:sldId id="289" r:id="rId8"/>
    <p:sldId id="290" r:id="rId9"/>
    <p:sldId id="291" r:id="rId10"/>
    <p:sldId id="293" r:id="rId11"/>
    <p:sldId id="292" r:id="rId12"/>
    <p:sldId id="285" r:id="rId13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E979CD-6AAD-4C18-B43A-C3D589074F1B}" v="2" dt="2025-10-06T14:08:53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52" autoAdjust="0"/>
  </p:normalViewPr>
  <p:slideViewPr>
    <p:cSldViewPr snapToGrid="0" showGuides="1">
      <p:cViewPr varScale="1">
        <p:scale>
          <a:sx n="76" d="100"/>
          <a:sy n="76" d="100"/>
        </p:scale>
        <p:origin x="62" y="341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405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 Jiménez" userId="73bfaa8be745d921" providerId="LiveId" clId="{1DCCBF37-6C34-4046-8DC5-9BC8D7408F97}"/>
    <pc:docChg chg="custSel modSld">
      <pc:chgData name="Brenda Jiménez" userId="73bfaa8be745d921" providerId="LiveId" clId="{1DCCBF37-6C34-4046-8DC5-9BC8D7408F97}" dt="2025-04-06T21:06:52.820" v="16"/>
      <pc:docMkLst>
        <pc:docMk/>
      </pc:docMkLst>
      <pc:sldChg chg="modSp mod">
        <pc:chgData name="Brenda Jiménez" userId="73bfaa8be745d921" providerId="LiveId" clId="{1DCCBF37-6C34-4046-8DC5-9BC8D7408F97}" dt="2025-04-06T21:05:17.753" v="13"/>
        <pc:sldMkLst>
          <pc:docMk/>
          <pc:sldMk cId="1212140928" sldId="279"/>
        </pc:sldMkLst>
      </pc:sldChg>
      <pc:sldChg chg="modSp mod">
        <pc:chgData name="Brenda Jiménez" userId="73bfaa8be745d921" providerId="LiveId" clId="{1DCCBF37-6C34-4046-8DC5-9BC8D7408F97}" dt="2025-04-06T21:06:01.351" v="14"/>
        <pc:sldMkLst>
          <pc:docMk/>
          <pc:sldMk cId="162957840" sldId="288"/>
        </pc:sldMkLst>
      </pc:sldChg>
      <pc:sldChg chg="modSp">
        <pc:chgData name="Brenda Jiménez" userId="73bfaa8be745d921" providerId="LiveId" clId="{1DCCBF37-6C34-4046-8DC5-9BC8D7408F97}" dt="2025-04-06T21:06:32.489" v="15"/>
        <pc:sldMkLst>
          <pc:docMk/>
          <pc:sldMk cId="161749315" sldId="289"/>
        </pc:sldMkLst>
      </pc:sldChg>
      <pc:sldChg chg="modSp">
        <pc:chgData name="Brenda Jiménez" userId="73bfaa8be745d921" providerId="LiveId" clId="{1DCCBF37-6C34-4046-8DC5-9BC8D7408F97}" dt="2025-04-06T21:06:52.820" v="16"/>
        <pc:sldMkLst>
          <pc:docMk/>
          <pc:sldMk cId="2880009445" sldId="290"/>
        </pc:sldMkLst>
      </pc:sldChg>
    </pc:docChg>
  </pc:docChgLst>
  <pc:docChgLst>
    <pc:chgData name="Brenda Jiménez" userId="73bfaa8be745d921" providerId="LiveId" clId="{705CDAA6-5E6E-48E8-9AB9-1A5A95C9E2B3}"/>
    <pc:docChg chg="custSel addSld delSld modSld">
      <pc:chgData name="Brenda Jiménez" userId="73bfaa8be745d921" providerId="LiveId" clId="{705CDAA6-5E6E-48E8-9AB9-1A5A95C9E2B3}" dt="2025-10-06T14:10:18.387" v="145" actId="1076"/>
      <pc:docMkLst>
        <pc:docMk/>
      </pc:docMkLst>
      <pc:sldChg chg="new del">
        <pc:chgData name="Brenda Jiménez" userId="73bfaa8be745d921" providerId="LiveId" clId="{705CDAA6-5E6E-48E8-9AB9-1A5A95C9E2B3}" dt="2025-10-06T14:05:41.171" v="3" actId="47"/>
        <pc:sldMkLst>
          <pc:docMk/>
          <pc:sldMk cId="2414546176" sldId="291"/>
        </pc:sldMkLst>
      </pc:sldChg>
      <pc:sldChg chg="addSp modSp new mod">
        <pc:chgData name="Brenda Jiménez" userId="73bfaa8be745d921" providerId="LiveId" clId="{705CDAA6-5E6E-48E8-9AB9-1A5A95C9E2B3}" dt="2025-10-06T14:08:40.335" v="130" actId="962"/>
        <pc:sldMkLst>
          <pc:docMk/>
          <pc:sldMk cId="4102626797" sldId="291"/>
        </pc:sldMkLst>
        <pc:spChg chg="mod">
          <ac:chgData name="Brenda Jiménez" userId="73bfaa8be745d921" providerId="LiveId" clId="{705CDAA6-5E6E-48E8-9AB9-1A5A95C9E2B3}" dt="2025-10-06T14:06:01.649" v="42" actId="20577"/>
          <ac:spMkLst>
            <pc:docMk/>
            <pc:sldMk cId="4102626797" sldId="291"/>
            <ac:spMk id="2" creationId="{07DB39EB-5A6C-6662-BBF8-D88BAB333D60}"/>
          </ac:spMkLst>
        </pc:spChg>
        <pc:picChg chg="add mod">
          <ac:chgData name="Brenda Jiménez" userId="73bfaa8be745d921" providerId="LiveId" clId="{705CDAA6-5E6E-48E8-9AB9-1A5A95C9E2B3}" dt="2025-10-06T14:08:40.335" v="130" actId="962"/>
          <ac:picMkLst>
            <pc:docMk/>
            <pc:sldMk cId="4102626797" sldId="291"/>
            <ac:picMk id="4" creationId="{250A05CA-9900-882B-A8C0-A0760B4414D3}"/>
          </ac:picMkLst>
        </pc:picChg>
      </pc:sldChg>
      <pc:sldChg chg="new del">
        <pc:chgData name="Brenda Jiménez" userId="73bfaa8be745d921" providerId="LiveId" clId="{705CDAA6-5E6E-48E8-9AB9-1A5A95C9E2B3}" dt="2025-10-06T14:05:43.135" v="4" actId="47"/>
        <pc:sldMkLst>
          <pc:docMk/>
          <pc:sldMk cId="1214324491" sldId="292"/>
        </pc:sldMkLst>
      </pc:sldChg>
      <pc:sldChg chg="addSp delSp modSp new mod">
        <pc:chgData name="Brenda Jiménez" userId="73bfaa8be745d921" providerId="LiveId" clId="{705CDAA6-5E6E-48E8-9AB9-1A5A95C9E2B3}" dt="2025-10-06T14:10:18.387" v="145" actId="1076"/>
        <pc:sldMkLst>
          <pc:docMk/>
          <pc:sldMk cId="2845950608" sldId="292"/>
        </pc:sldMkLst>
        <pc:spChg chg="mod">
          <ac:chgData name="Brenda Jiménez" userId="73bfaa8be745d921" providerId="LiveId" clId="{705CDAA6-5E6E-48E8-9AB9-1A5A95C9E2B3}" dt="2025-10-06T14:06:41.875" v="126" actId="20577"/>
          <ac:spMkLst>
            <pc:docMk/>
            <pc:sldMk cId="2845950608" sldId="292"/>
            <ac:spMk id="2" creationId="{F95C2D95-B874-6E43-CF36-1A2FC31BCD46}"/>
          </ac:spMkLst>
        </pc:spChg>
        <pc:picChg chg="add mod">
          <ac:chgData name="Brenda Jiménez" userId="73bfaa8be745d921" providerId="LiveId" clId="{705CDAA6-5E6E-48E8-9AB9-1A5A95C9E2B3}" dt="2025-10-06T14:09:39.929" v="140" actId="1076"/>
          <ac:picMkLst>
            <pc:docMk/>
            <pc:sldMk cId="2845950608" sldId="292"/>
            <ac:picMk id="4" creationId="{63B5CFF8-473C-6E76-EBFE-1B26EB6DDC85}"/>
          </ac:picMkLst>
        </pc:picChg>
        <pc:picChg chg="add del mod">
          <ac:chgData name="Brenda Jiménez" userId="73bfaa8be745d921" providerId="LiveId" clId="{705CDAA6-5E6E-48E8-9AB9-1A5A95C9E2B3}" dt="2025-10-06T14:10:04.782" v="143" actId="478"/>
          <ac:picMkLst>
            <pc:docMk/>
            <pc:sldMk cId="2845950608" sldId="292"/>
            <ac:picMk id="6" creationId="{EEBBA2AB-AADA-2D79-B0C7-9C008A05E20A}"/>
          </ac:picMkLst>
        </pc:picChg>
        <pc:picChg chg="add mod">
          <ac:chgData name="Brenda Jiménez" userId="73bfaa8be745d921" providerId="LiveId" clId="{705CDAA6-5E6E-48E8-9AB9-1A5A95C9E2B3}" dt="2025-10-06T14:10:18.387" v="145" actId="1076"/>
          <ac:picMkLst>
            <pc:docMk/>
            <pc:sldMk cId="2845950608" sldId="292"/>
            <ac:picMk id="8" creationId="{4C5A8DEC-C01B-084F-7802-3FF00C6E3CDC}"/>
          </ac:picMkLst>
        </pc:picChg>
      </pc:sldChg>
      <pc:sldChg chg="addSp delSp modSp new mod setBg">
        <pc:chgData name="Brenda Jiménez" userId="73bfaa8be745d921" providerId="LiveId" clId="{705CDAA6-5E6E-48E8-9AB9-1A5A95C9E2B3}" dt="2025-10-06T14:09:09.588" v="138" actId="26606"/>
        <pc:sldMkLst>
          <pc:docMk/>
          <pc:sldMk cId="651238151" sldId="293"/>
        </pc:sldMkLst>
        <pc:spChg chg="del">
          <ac:chgData name="Brenda Jiménez" userId="73bfaa8be745d921" providerId="LiveId" clId="{705CDAA6-5E6E-48E8-9AB9-1A5A95C9E2B3}" dt="2025-10-06T14:08:58.392" v="135" actId="478"/>
          <ac:spMkLst>
            <pc:docMk/>
            <pc:sldMk cId="651238151" sldId="293"/>
            <ac:spMk id="2" creationId="{C3B99385-314A-1CD9-12AD-6BA4CE68CDC2}"/>
          </ac:spMkLst>
        </pc:spChg>
        <pc:spChg chg="add">
          <ac:chgData name="Brenda Jiménez" userId="73bfaa8be745d921" providerId="LiveId" clId="{705CDAA6-5E6E-48E8-9AB9-1A5A95C9E2B3}" dt="2025-10-06T14:09:09.588" v="138" actId="26606"/>
          <ac:spMkLst>
            <pc:docMk/>
            <pc:sldMk cId="651238151" sldId="293"/>
            <ac:spMk id="9" creationId="{42A4FC2C-047E-45A5-965D-8E1E3BF09BC6}"/>
          </ac:spMkLst>
        </pc:spChg>
        <pc:picChg chg="add mod">
          <ac:chgData name="Brenda Jiménez" userId="73bfaa8be745d921" providerId="LiveId" clId="{705CDAA6-5E6E-48E8-9AB9-1A5A95C9E2B3}" dt="2025-10-06T14:09:09.588" v="138" actId="26606"/>
          <ac:picMkLst>
            <pc:docMk/>
            <pc:sldMk cId="651238151" sldId="293"/>
            <ac:picMk id="4" creationId="{BEFCC513-7009-5B32-2182-76A5F75012EA}"/>
          </ac:picMkLst>
        </pc:picChg>
      </pc:sldChg>
      <pc:sldChg chg="new del">
        <pc:chgData name="Brenda Jiménez" userId="73bfaa8be745d921" providerId="LiveId" clId="{705CDAA6-5E6E-48E8-9AB9-1A5A95C9E2B3}" dt="2025-10-06T14:05:44.774" v="5" actId="47"/>
        <pc:sldMkLst>
          <pc:docMk/>
          <pc:sldMk cId="2848276048" sldId="29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B46527B0-0B24-4087-B225-DB4F5C738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72798E0-F322-4236-8531-A1882BFE4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D56A755-941C-43AB-ADE0-8C246108C58A}" type="datetime1">
              <a:rPr lang="es-MX" smtClean="0"/>
              <a:t>06/10/2025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E5881F-2FD0-41BC-8E76-C691E59E1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2CA62C5-8A29-4592-9E3E-4C457F263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4E85F6F-0FAD-4AD4-850C-7E4CD14D7D7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83274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4B9E49-A445-48AB-B7FF-9E74747B4544}" type="datetime1">
              <a:rPr lang="es-MX" smtClean="0"/>
              <a:pPr/>
              <a:t>06/10/2025</a:t>
            </a:fld>
            <a:endParaRPr lang="es-MX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 dirty="0"/>
              <a:t>Editar estilos de texto del patrón</a:t>
            </a:r>
          </a:p>
          <a:p>
            <a:pPr lvl="1" rtl="0"/>
            <a:r>
              <a:rPr lang="es-MX" noProof="0" dirty="0"/>
              <a:t>Segundo nivel</a:t>
            </a:r>
          </a:p>
          <a:p>
            <a:pPr lvl="2" rtl="0"/>
            <a:r>
              <a:rPr lang="es-MX" noProof="0" dirty="0"/>
              <a:t>Tercer nivel</a:t>
            </a:r>
          </a:p>
          <a:p>
            <a:pPr lvl="3" rtl="0"/>
            <a:r>
              <a:rPr lang="es-MX" noProof="0" dirty="0"/>
              <a:t>Cuarto nivel</a:t>
            </a:r>
          </a:p>
          <a:p>
            <a:pPr lvl="4" rtl="0"/>
            <a:r>
              <a:rPr lang="es-MX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60DC36-8EFA-4378-9855-E019C55AC472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79074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97579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1124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43379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90490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02CDE-5D53-43D8-B50C-BDA6B3E26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F2EEFF2B-1C78-8C9E-FDA8-8AF27172D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7B14DBD4-90A3-D499-A942-3B9D6FAE5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C38E8405-5321-8121-ADAB-E7552FFA6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65663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CC528-E28A-AFDB-B502-FD6049B18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2F2EC9E3-D77D-5CDC-768E-D7E2444B6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424AB9F0-43F2-294B-EB29-AE3C4DD47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C13C2AA4-7DF6-031C-6998-76BDD26FB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34115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C2EB0-0387-1D56-89B8-9B707906B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1C5492DA-8CA4-2664-B2E9-5C6BB6D48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75935A03-900C-B187-846D-E812FF68E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6A207E20-5449-7F4E-B4A9-28DF11FD46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65796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54801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MX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DE5A2B8-B3EC-4A31-8C30-F7D9B620CA28}" type="datetime1">
              <a:rPr lang="es-MX" noProof="0" smtClean="0"/>
              <a:t>06/10/2025</a:t>
            </a:fld>
            <a:endParaRPr lang="es-MX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2F2975F-C2C1-40A5-83AE-CF8113A037A8}" type="datetime1">
              <a:rPr lang="es-MX" noProof="0" smtClean="0"/>
              <a:t>06/10/2025</a:t>
            </a:fld>
            <a:endParaRPr lang="es-MX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10853C-A3A6-499E-B756-F36B5B76164A}" type="datetime1">
              <a:rPr lang="es-MX" noProof="0" smtClean="0"/>
              <a:t>06/10/2025</a:t>
            </a:fld>
            <a:endParaRPr lang="es-MX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58BB102-CF23-404C-80D9-F5A0D13AE73A}" type="datetime1">
              <a:rPr lang="es-MX" noProof="0" smtClean="0"/>
              <a:t>06/10/2025</a:t>
            </a:fld>
            <a:endParaRPr lang="es-MX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F10B4FD-1223-4965-9FCC-282D80B1C05C}" type="datetime1">
              <a:rPr lang="es-MX" noProof="0" smtClean="0"/>
              <a:t>06/10/2025</a:t>
            </a:fld>
            <a:endParaRPr lang="es-MX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6C1E5B-9CC3-44A6-A1C5-D502A228F53E}" type="datetime1">
              <a:rPr lang="es-MX" noProof="0" smtClean="0"/>
              <a:t>06/10/2025</a:t>
            </a:fld>
            <a:endParaRPr lang="es-MX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2A9EFC-F568-4934-ACE0-E40508DFB39E}" type="datetime1">
              <a:rPr lang="es-MX" noProof="0" smtClean="0"/>
              <a:t>06/10/2025</a:t>
            </a:fld>
            <a:endParaRPr lang="es-MX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91D463C-201C-486C-B3E7-31002400379A}" type="datetime1">
              <a:rPr lang="es-MX" noProof="0" smtClean="0"/>
              <a:t>06/10/2025</a:t>
            </a:fld>
            <a:endParaRPr lang="es-MX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5C4C5A4-2767-4366-8340-00E87B724EE6}" type="datetime1">
              <a:rPr lang="es-MX" noProof="0" smtClean="0"/>
              <a:t>06/10/2025</a:t>
            </a:fld>
            <a:endParaRPr lang="es-MX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texto vertical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25B7F6-00EB-4A48-84CC-63F3043F9817}" type="datetime1">
              <a:rPr lang="es-MX" noProof="0" smtClean="0"/>
              <a:t>06/10/2025</a:t>
            </a:fld>
            <a:endParaRPr lang="es-MX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texto vertical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B02551-C6B2-4474-BDEA-5778AD54E443}" type="datetime1">
              <a:rPr lang="es-MX" noProof="0" smtClean="0"/>
              <a:t>06/10/2025</a:t>
            </a:fld>
            <a:endParaRPr lang="es-MX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MX" noProof="0" dirty="0"/>
              <a:t>Editar estilos de texto del patrón</a:t>
            </a:r>
          </a:p>
          <a:p>
            <a:pPr lvl="1" rtl="0"/>
            <a:r>
              <a:rPr lang="es-MX" noProof="0" dirty="0"/>
              <a:t>Segundo nivel</a:t>
            </a:r>
          </a:p>
          <a:p>
            <a:pPr lvl="2" rtl="0"/>
            <a:r>
              <a:rPr lang="es-MX" noProof="0" dirty="0"/>
              <a:t>Tercer nivel</a:t>
            </a:r>
          </a:p>
          <a:p>
            <a:pPr lvl="3" rtl="0"/>
            <a:r>
              <a:rPr lang="es-MX" noProof="0" dirty="0"/>
              <a:t>Cuarto nivel</a:t>
            </a:r>
          </a:p>
          <a:p>
            <a:pPr lvl="4" rtl="0"/>
            <a:r>
              <a:rPr lang="es-MX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2B677D6-5081-4D33-9718-BE7C02FCFDAD}" type="datetime1">
              <a:rPr lang="es-MX" noProof="0" smtClean="0"/>
              <a:t>06/10/2025</a:t>
            </a:fld>
            <a:endParaRPr lang="es-MX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MX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6FEDF93-2BFD-41CA-ABC7-B039102F3792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brend\Downloads\precios_vs_indice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brend\Downloads\boxplot_retornos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brend\Downloads\volumen_negociacion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brend\Downloads\matriz_correlacion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76036"/>
            <a:ext cx="9144000" cy="2215991"/>
          </a:xfrm>
        </p:spPr>
        <p:txBody>
          <a:bodyPr lIns="0" tIns="0" rIns="0" bIns="0" rtlCol="0" anchor="t">
            <a:spAutoFit/>
          </a:bodyPr>
          <a:lstStyle/>
          <a:p>
            <a:pPr rtl="0"/>
            <a:r>
              <a:rPr lang="es-MX" b="1" dirty="0">
                <a:solidFill>
                  <a:schemeClr val="bg1"/>
                </a:solidFill>
              </a:rPr>
              <a:t>Optimización Robusta de portafolios volátiles.</a:t>
            </a:r>
            <a:br>
              <a:rPr lang="es-MX" dirty="0">
                <a:solidFill>
                  <a:schemeClr val="bg1"/>
                </a:solidFill>
              </a:rPr>
            </a:br>
            <a:r>
              <a:rPr lang="es-MX" sz="4000" dirty="0">
                <a:solidFill>
                  <a:schemeClr val="accent4"/>
                </a:solidFill>
              </a:rPr>
              <a:t>Brenda Jiménez</a:t>
            </a:r>
            <a:endParaRPr lang="es-MX" dirty="0">
              <a:solidFill>
                <a:schemeClr val="accent4"/>
              </a:solidFill>
            </a:endParaRPr>
          </a:p>
        </p:txBody>
      </p:sp>
      <p:sp>
        <p:nvSpPr>
          <p:cNvPr id="4" name="Diamante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5" name="Diamante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grpSp>
        <p:nvGrpSpPr>
          <p:cNvPr id="7" name="Grupo 6" descr="Icono de gráfico.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851021" y="3724968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orma libre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MX" dirty="0"/>
            </a:p>
          </p:txBody>
        </p:sp>
        <p:sp>
          <p:nvSpPr>
            <p:cNvPr id="9" name="Forma libre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MX" dirty="0"/>
            </a:p>
          </p:txBody>
        </p:sp>
      </p:grp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es-MX" dirty="0"/>
              <a:t>Diapositiva de análisis del proyecto 2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s-MX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Objetivos</a:t>
            </a:r>
            <a:b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s-MX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o 6">
            <a:extLst>
              <a:ext uri="{FF2B5EF4-FFF2-40B4-BE49-F238E27FC236}">
                <a16:creationId xmlns:a16="http://schemas.microsoft.com/office/drawing/2014/main" id="{F98F8B07-F4AE-1138-0C86-179492982EBB}"/>
              </a:ext>
            </a:extLst>
          </p:cNvPr>
          <p:cNvGrpSpPr/>
          <p:nvPr/>
        </p:nvGrpSpPr>
        <p:grpSpPr>
          <a:xfrm>
            <a:off x="559578" y="2634646"/>
            <a:ext cx="3660775" cy="939800"/>
            <a:chOff x="627750" y="1984375"/>
            <a:chExt cx="3660775" cy="939800"/>
          </a:xfrm>
        </p:grpSpPr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94A75A79-A67A-4A23-8588-7FC5EB9A5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750" y="2109530"/>
              <a:ext cx="3660775" cy="740997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s-MX" sz="1600" dirty="0"/>
                <a:t>ANÁLISAR</a:t>
              </a:r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BBC62739-FA35-49F8-8929-743B31F5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4468" y="1984375"/>
              <a:ext cx="939800" cy="9398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dirty="0"/>
            </a:p>
          </p:txBody>
        </p:sp>
        <p:grpSp>
          <p:nvGrpSpPr>
            <p:cNvPr id="31" name="Grupo 30" descr="Iconos de gráfico de barras y gráfico de líneas.">
              <a:extLst>
                <a:ext uri="{FF2B5EF4-FFF2-40B4-BE49-F238E27FC236}">
                  <a16:creationId xmlns:a16="http://schemas.microsoft.com/office/drawing/2014/main" id="{044C3643-8A0E-47C1-BEB8-C73203B5E58D}"/>
                </a:ext>
              </a:extLst>
            </p:cNvPr>
            <p:cNvGrpSpPr/>
            <p:nvPr/>
          </p:nvGrpSpPr>
          <p:grpSpPr>
            <a:xfrm>
              <a:off x="923810" y="2280435"/>
              <a:ext cx="347679" cy="347679"/>
              <a:chOff x="4319588" y="2492375"/>
              <a:chExt cx="287338" cy="287338"/>
            </a:xfrm>
            <a:solidFill>
              <a:schemeClr val="bg1"/>
            </a:solidFill>
          </p:grpSpPr>
          <p:sp>
            <p:nvSpPr>
              <p:cNvPr id="32" name="Forma libre 372">
                <a:extLst>
                  <a:ext uri="{FF2B5EF4-FFF2-40B4-BE49-F238E27FC236}">
                    <a16:creationId xmlns:a16="http://schemas.microsoft.com/office/drawing/2014/main" id="{56E8F5A5-5318-470B-8F42-337C264086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9588" y="2587625"/>
                <a:ext cx="287338" cy="192088"/>
              </a:xfrm>
              <a:custGeom>
                <a:avLst/>
                <a:gdLst>
                  <a:gd name="T0" fmla="*/ 843 w 904"/>
                  <a:gd name="T1" fmla="*/ 572 h 602"/>
                  <a:gd name="T2" fmla="*/ 843 w 904"/>
                  <a:gd name="T3" fmla="*/ 12 h 602"/>
                  <a:gd name="T4" fmla="*/ 841 w 904"/>
                  <a:gd name="T5" fmla="*/ 7 h 602"/>
                  <a:gd name="T6" fmla="*/ 836 w 904"/>
                  <a:gd name="T7" fmla="*/ 3 h 602"/>
                  <a:gd name="T8" fmla="*/ 831 w 904"/>
                  <a:gd name="T9" fmla="*/ 1 h 602"/>
                  <a:gd name="T10" fmla="*/ 708 w 904"/>
                  <a:gd name="T11" fmla="*/ 0 h 602"/>
                  <a:gd name="T12" fmla="*/ 702 w 904"/>
                  <a:gd name="T13" fmla="*/ 2 h 602"/>
                  <a:gd name="T14" fmla="*/ 697 w 904"/>
                  <a:gd name="T15" fmla="*/ 5 h 602"/>
                  <a:gd name="T16" fmla="*/ 694 w 904"/>
                  <a:gd name="T17" fmla="*/ 9 h 602"/>
                  <a:gd name="T18" fmla="*/ 693 w 904"/>
                  <a:gd name="T19" fmla="*/ 16 h 602"/>
                  <a:gd name="T20" fmla="*/ 632 w 904"/>
                  <a:gd name="T21" fmla="*/ 572 h 602"/>
                  <a:gd name="T22" fmla="*/ 632 w 904"/>
                  <a:gd name="T23" fmla="*/ 283 h 602"/>
                  <a:gd name="T24" fmla="*/ 630 w 904"/>
                  <a:gd name="T25" fmla="*/ 277 h 602"/>
                  <a:gd name="T26" fmla="*/ 626 w 904"/>
                  <a:gd name="T27" fmla="*/ 274 h 602"/>
                  <a:gd name="T28" fmla="*/ 621 w 904"/>
                  <a:gd name="T29" fmla="*/ 271 h 602"/>
                  <a:gd name="T30" fmla="*/ 497 w 904"/>
                  <a:gd name="T31" fmla="*/ 271 h 602"/>
                  <a:gd name="T32" fmla="*/ 491 w 904"/>
                  <a:gd name="T33" fmla="*/ 272 h 602"/>
                  <a:gd name="T34" fmla="*/ 487 w 904"/>
                  <a:gd name="T35" fmla="*/ 275 h 602"/>
                  <a:gd name="T36" fmla="*/ 483 w 904"/>
                  <a:gd name="T37" fmla="*/ 281 h 602"/>
                  <a:gd name="T38" fmla="*/ 482 w 904"/>
                  <a:gd name="T39" fmla="*/ 286 h 602"/>
                  <a:gd name="T40" fmla="*/ 421 w 904"/>
                  <a:gd name="T41" fmla="*/ 572 h 602"/>
                  <a:gd name="T42" fmla="*/ 421 w 904"/>
                  <a:gd name="T43" fmla="*/ 193 h 602"/>
                  <a:gd name="T44" fmla="*/ 419 w 904"/>
                  <a:gd name="T45" fmla="*/ 187 h 602"/>
                  <a:gd name="T46" fmla="*/ 415 w 904"/>
                  <a:gd name="T47" fmla="*/ 183 h 602"/>
                  <a:gd name="T48" fmla="*/ 409 w 904"/>
                  <a:gd name="T49" fmla="*/ 181 h 602"/>
                  <a:gd name="T50" fmla="*/ 286 w 904"/>
                  <a:gd name="T51" fmla="*/ 181 h 602"/>
                  <a:gd name="T52" fmla="*/ 281 w 904"/>
                  <a:gd name="T53" fmla="*/ 182 h 602"/>
                  <a:gd name="T54" fmla="*/ 275 w 904"/>
                  <a:gd name="T55" fmla="*/ 185 h 602"/>
                  <a:gd name="T56" fmla="*/ 272 w 904"/>
                  <a:gd name="T57" fmla="*/ 190 h 602"/>
                  <a:gd name="T58" fmla="*/ 271 w 904"/>
                  <a:gd name="T59" fmla="*/ 196 h 602"/>
                  <a:gd name="T60" fmla="*/ 211 w 904"/>
                  <a:gd name="T61" fmla="*/ 572 h 602"/>
                  <a:gd name="T62" fmla="*/ 211 w 904"/>
                  <a:gd name="T63" fmla="*/ 404 h 602"/>
                  <a:gd name="T64" fmla="*/ 209 w 904"/>
                  <a:gd name="T65" fmla="*/ 399 h 602"/>
                  <a:gd name="T66" fmla="*/ 205 w 904"/>
                  <a:gd name="T67" fmla="*/ 394 h 602"/>
                  <a:gd name="T68" fmla="*/ 199 w 904"/>
                  <a:gd name="T69" fmla="*/ 392 h 602"/>
                  <a:gd name="T70" fmla="*/ 76 w 904"/>
                  <a:gd name="T71" fmla="*/ 391 h 602"/>
                  <a:gd name="T72" fmla="*/ 69 w 904"/>
                  <a:gd name="T73" fmla="*/ 392 h 602"/>
                  <a:gd name="T74" fmla="*/ 65 w 904"/>
                  <a:gd name="T75" fmla="*/ 396 h 602"/>
                  <a:gd name="T76" fmla="*/ 62 w 904"/>
                  <a:gd name="T77" fmla="*/ 401 h 602"/>
                  <a:gd name="T78" fmla="*/ 61 w 904"/>
                  <a:gd name="T79" fmla="*/ 406 h 602"/>
                  <a:gd name="T80" fmla="*/ 15 w 904"/>
                  <a:gd name="T81" fmla="*/ 572 h 602"/>
                  <a:gd name="T82" fmla="*/ 9 w 904"/>
                  <a:gd name="T83" fmla="*/ 573 h 602"/>
                  <a:gd name="T84" fmla="*/ 5 w 904"/>
                  <a:gd name="T85" fmla="*/ 577 h 602"/>
                  <a:gd name="T86" fmla="*/ 2 w 904"/>
                  <a:gd name="T87" fmla="*/ 581 h 602"/>
                  <a:gd name="T88" fmla="*/ 0 w 904"/>
                  <a:gd name="T89" fmla="*/ 587 h 602"/>
                  <a:gd name="T90" fmla="*/ 2 w 904"/>
                  <a:gd name="T91" fmla="*/ 593 h 602"/>
                  <a:gd name="T92" fmla="*/ 5 w 904"/>
                  <a:gd name="T93" fmla="*/ 598 h 602"/>
                  <a:gd name="T94" fmla="*/ 9 w 904"/>
                  <a:gd name="T95" fmla="*/ 601 h 602"/>
                  <a:gd name="T96" fmla="*/ 15 w 904"/>
                  <a:gd name="T97" fmla="*/ 602 h 602"/>
                  <a:gd name="T98" fmla="*/ 196 w 904"/>
                  <a:gd name="T99" fmla="*/ 602 h 602"/>
                  <a:gd name="T100" fmla="*/ 406 w 904"/>
                  <a:gd name="T101" fmla="*/ 602 h 602"/>
                  <a:gd name="T102" fmla="*/ 617 w 904"/>
                  <a:gd name="T103" fmla="*/ 602 h 602"/>
                  <a:gd name="T104" fmla="*/ 828 w 904"/>
                  <a:gd name="T105" fmla="*/ 602 h 602"/>
                  <a:gd name="T106" fmla="*/ 891 w 904"/>
                  <a:gd name="T107" fmla="*/ 602 h 602"/>
                  <a:gd name="T108" fmla="*/ 896 w 904"/>
                  <a:gd name="T109" fmla="*/ 600 h 602"/>
                  <a:gd name="T110" fmla="*/ 901 w 904"/>
                  <a:gd name="T111" fmla="*/ 596 h 602"/>
                  <a:gd name="T112" fmla="*/ 903 w 904"/>
                  <a:gd name="T113" fmla="*/ 591 h 602"/>
                  <a:gd name="T114" fmla="*/ 903 w 904"/>
                  <a:gd name="T115" fmla="*/ 584 h 602"/>
                  <a:gd name="T116" fmla="*/ 901 w 904"/>
                  <a:gd name="T117" fmla="*/ 579 h 602"/>
                  <a:gd name="T118" fmla="*/ 896 w 904"/>
                  <a:gd name="T119" fmla="*/ 575 h 602"/>
                  <a:gd name="T120" fmla="*/ 891 w 904"/>
                  <a:gd name="T121" fmla="*/ 572 h 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04" h="602">
                    <a:moveTo>
                      <a:pt x="889" y="572"/>
                    </a:moveTo>
                    <a:lnTo>
                      <a:pt x="843" y="572"/>
                    </a:lnTo>
                    <a:lnTo>
                      <a:pt x="843" y="16"/>
                    </a:lnTo>
                    <a:lnTo>
                      <a:pt x="843" y="12"/>
                    </a:lnTo>
                    <a:lnTo>
                      <a:pt x="842" y="9"/>
                    </a:lnTo>
                    <a:lnTo>
                      <a:pt x="841" y="7"/>
                    </a:lnTo>
                    <a:lnTo>
                      <a:pt x="838" y="5"/>
                    </a:lnTo>
                    <a:lnTo>
                      <a:pt x="836" y="3"/>
                    </a:lnTo>
                    <a:lnTo>
                      <a:pt x="834" y="2"/>
                    </a:lnTo>
                    <a:lnTo>
                      <a:pt x="831" y="1"/>
                    </a:lnTo>
                    <a:lnTo>
                      <a:pt x="828" y="1"/>
                    </a:lnTo>
                    <a:lnTo>
                      <a:pt x="708" y="0"/>
                    </a:lnTo>
                    <a:lnTo>
                      <a:pt x="704" y="1"/>
                    </a:lnTo>
                    <a:lnTo>
                      <a:pt x="702" y="2"/>
                    </a:lnTo>
                    <a:lnTo>
                      <a:pt x="699" y="3"/>
                    </a:lnTo>
                    <a:lnTo>
                      <a:pt x="697" y="5"/>
                    </a:lnTo>
                    <a:lnTo>
                      <a:pt x="695" y="7"/>
                    </a:lnTo>
                    <a:lnTo>
                      <a:pt x="694" y="9"/>
                    </a:lnTo>
                    <a:lnTo>
                      <a:pt x="693" y="12"/>
                    </a:lnTo>
                    <a:lnTo>
                      <a:pt x="693" y="16"/>
                    </a:lnTo>
                    <a:lnTo>
                      <a:pt x="693" y="572"/>
                    </a:lnTo>
                    <a:lnTo>
                      <a:pt x="632" y="572"/>
                    </a:lnTo>
                    <a:lnTo>
                      <a:pt x="632" y="286"/>
                    </a:lnTo>
                    <a:lnTo>
                      <a:pt x="632" y="283"/>
                    </a:lnTo>
                    <a:lnTo>
                      <a:pt x="631" y="281"/>
                    </a:lnTo>
                    <a:lnTo>
                      <a:pt x="630" y="277"/>
                    </a:lnTo>
                    <a:lnTo>
                      <a:pt x="628" y="275"/>
                    </a:lnTo>
                    <a:lnTo>
                      <a:pt x="626" y="274"/>
                    </a:lnTo>
                    <a:lnTo>
                      <a:pt x="623" y="272"/>
                    </a:lnTo>
                    <a:lnTo>
                      <a:pt x="621" y="271"/>
                    </a:lnTo>
                    <a:lnTo>
                      <a:pt x="617" y="271"/>
                    </a:lnTo>
                    <a:lnTo>
                      <a:pt x="497" y="271"/>
                    </a:lnTo>
                    <a:lnTo>
                      <a:pt x="494" y="271"/>
                    </a:lnTo>
                    <a:lnTo>
                      <a:pt x="491" y="272"/>
                    </a:lnTo>
                    <a:lnTo>
                      <a:pt x="489" y="274"/>
                    </a:lnTo>
                    <a:lnTo>
                      <a:pt x="487" y="275"/>
                    </a:lnTo>
                    <a:lnTo>
                      <a:pt x="484" y="277"/>
                    </a:lnTo>
                    <a:lnTo>
                      <a:pt x="483" y="281"/>
                    </a:lnTo>
                    <a:lnTo>
                      <a:pt x="482" y="283"/>
                    </a:lnTo>
                    <a:lnTo>
                      <a:pt x="482" y="286"/>
                    </a:lnTo>
                    <a:lnTo>
                      <a:pt x="482" y="572"/>
                    </a:lnTo>
                    <a:lnTo>
                      <a:pt x="421" y="572"/>
                    </a:lnTo>
                    <a:lnTo>
                      <a:pt x="421" y="196"/>
                    </a:lnTo>
                    <a:lnTo>
                      <a:pt x="421" y="193"/>
                    </a:lnTo>
                    <a:lnTo>
                      <a:pt x="420" y="190"/>
                    </a:lnTo>
                    <a:lnTo>
                      <a:pt x="419" y="187"/>
                    </a:lnTo>
                    <a:lnTo>
                      <a:pt x="417" y="185"/>
                    </a:lnTo>
                    <a:lnTo>
                      <a:pt x="415" y="183"/>
                    </a:lnTo>
                    <a:lnTo>
                      <a:pt x="413" y="182"/>
                    </a:lnTo>
                    <a:lnTo>
                      <a:pt x="409" y="181"/>
                    </a:lnTo>
                    <a:lnTo>
                      <a:pt x="406" y="181"/>
                    </a:lnTo>
                    <a:lnTo>
                      <a:pt x="286" y="181"/>
                    </a:lnTo>
                    <a:lnTo>
                      <a:pt x="283" y="181"/>
                    </a:lnTo>
                    <a:lnTo>
                      <a:pt x="281" y="182"/>
                    </a:lnTo>
                    <a:lnTo>
                      <a:pt x="277" y="183"/>
                    </a:lnTo>
                    <a:lnTo>
                      <a:pt x="275" y="185"/>
                    </a:lnTo>
                    <a:lnTo>
                      <a:pt x="273" y="187"/>
                    </a:lnTo>
                    <a:lnTo>
                      <a:pt x="272" y="190"/>
                    </a:lnTo>
                    <a:lnTo>
                      <a:pt x="271" y="193"/>
                    </a:lnTo>
                    <a:lnTo>
                      <a:pt x="271" y="196"/>
                    </a:lnTo>
                    <a:lnTo>
                      <a:pt x="271" y="572"/>
                    </a:lnTo>
                    <a:lnTo>
                      <a:pt x="211" y="572"/>
                    </a:lnTo>
                    <a:lnTo>
                      <a:pt x="211" y="406"/>
                    </a:lnTo>
                    <a:lnTo>
                      <a:pt x="211" y="404"/>
                    </a:lnTo>
                    <a:lnTo>
                      <a:pt x="210" y="401"/>
                    </a:lnTo>
                    <a:lnTo>
                      <a:pt x="209" y="399"/>
                    </a:lnTo>
                    <a:lnTo>
                      <a:pt x="207" y="396"/>
                    </a:lnTo>
                    <a:lnTo>
                      <a:pt x="205" y="394"/>
                    </a:lnTo>
                    <a:lnTo>
                      <a:pt x="201" y="393"/>
                    </a:lnTo>
                    <a:lnTo>
                      <a:pt x="199" y="392"/>
                    </a:lnTo>
                    <a:lnTo>
                      <a:pt x="196" y="391"/>
                    </a:lnTo>
                    <a:lnTo>
                      <a:pt x="76" y="391"/>
                    </a:lnTo>
                    <a:lnTo>
                      <a:pt x="73" y="392"/>
                    </a:lnTo>
                    <a:lnTo>
                      <a:pt x="69" y="392"/>
                    </a:lnTo>
                    <a:lnTo>
                      <a:pt x="67" y="394"/>
                    </a:lnTo>
                    <a:lnTo>
                      <a:pt x="65" y="396"/>
                    </a:lnTo>
                    <a:lnTo>
                      <a:pt x="63" y="399"/>
                    </a:lnTo>
                    <a:lnTo>
                      <a:pt x="62" y="401"/>
                    </a:lnTo>
                    <a:lnTo>
                      <a:pt x="61" y="404"/>
                    </a:lnTo>
                    <a:lnTo>
                      <a:pt x="61" y="406"/>
                    </a:lnTo>
                    <a:lnTo>
                      <a:pt x="61" y="572"/>
                    </a:lnTo>
                    <a:lnTo>
                      <a:pt x="15" y="572"/>
                    </a:lnTo>
                    <a:lnTo>
                      <a:pt x="13" y="572"/>
                    </a:lnTo>
                    <a:lnTo>
                      <a:pt x="9" y="573"/>
                    </a:lnTo>
                    <a:lnTo>
                      <a:pt x="7" y="575"/>
                    </a:lnTo>
                    <a:lnTo>
                      <a:pt x="5" y="577"/>
                    </a:lnTo>
                    <a:lnTo>
                      <a:pt x="3" y="579"/>
                    </a:lnTo>
                    <a:lnTo>
                      <a:pt x="2" y="581"/>
                    </a:lnTo>
                    <a:lnTo>
                      <a:pt x="1" y="584"/>
                    </a:lnTo>
                    <a:lnTo>
                      <a:pt x="0" y="587"/>
                    </a:lnTo>
                    <a:lnTo>
                      <a:pt x="1" y="591"/>
                    </a:lnTo>
                    <a:lnTo>
                      <a:pt x="2" y="593"/>
                    </a:lnTo>
                    <a:lnTo>
                      <a:pt x="3" y="596"/>
                    </a:lnTo>
                    <a:lnTo>
                      <a:pt x="5" y="598"/>
                    </a:lnTo>
                    <a:lnTo>
                      <a:pt x="7" y="600"/>
                    </a:lnTo>
                    <a:lnTo>
                      <a:pt x="9" y="601"/>
                    </a:lnTo>
                    <a:lnTo>
                      <a:pt x="13" y="602"/>
                    </a:lnTo>
                    <a:lnTo>
                      <a:pt x="15" y="602"/>
                    </a:lnTo>
                    <a:lnTo>
                      <a:pt x="76" y="602"/>
                    </a:lnTo>
                    <a:lnTo>
                      <a:pt x="196" y="602"/>
                    </a:lnTo>
                    <a:lnTo>
                      <a:pt x="286" y="602"/>
                    </a:lnTo>
                    <a:lnTo>
                      <a:pt x="406" y="602"/>
                    </a:lnTo>
                    <a:lnTo>
                      <a:pt x="497" y="602"/>
                    </a:lnTo>
                    <a:lnTo>
                      <a:pt x="617" y="602"/>
                    </a:lnTo>
                    <a:lnTo>
                      <a:pt x="708" y="602"/>
                    </a:lnTo>
                    <a:lnTo>
                      <a:pt x="828" y="602"/>
                    </a:lnTo>
                    <a:lnTo>
                      <a:pt x="889" y="602"/>
                    </a:lnTo>
                    <a:lnTo>
                      <a:pt x="891" y="602"/>
                    </a:lnTo>
                    <a:lnTo>
                      <a:pt x="894" y="601"/>
                    </a:lnTo>
                    <a:lnTo>
                      <a:pt x="896" y="600"/>
                    </a:lnTo>
                    <a:lnTo>
                      <a:pt x="898" y="598"/>
                    </a:lnTo>
                    <a:lnTo>
                      <a:pt x="901" y="596"/>
                    </a:lnTo>
                    <a:lnTo>
                      <a:pt x="902" y="593"/>
                    </a:lnTo>
                    <a:lnTo>
                      <a:pt x="903" y="591"/>
                    </a:lnTo>
                    <a:lnTo>
                      <a:pt x="904" y="587"/>
                    </a:lnTo>
                    <a:lnTo>
                      <a:pt x="903" y="584"/>
                    </a:lnTo>
                    <a:lnTo>
                      <a:pt x="902" y="581"/>
                    </a:lnTo>
                    <a:lnTo>
                      <a:pt x="901" y="579"/>
                    </a:lnTo>
                    <a:lnTo>
                      <a:pt x="898" y="577"/>
                    </a:lnTo>
                    <a:lnTo>
                      <a:pt x="896" y="575"/>
                    </a:lnTo>
                    <a:lnTo>
                      <a:pt x="894" y="573"/>
                    </a:lnTo>
                    <a:lnTo>
                      <a:pt x="891" y="572"/>
                    </a:lnTo>
                    <a:lnTo>
                      <a:pt x="889" y="5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MX" dirty="0"/>
              </a:p>
            </p:txBody>
          </p:sp>
          <p:sp>
            <p:nvSpPr>
              <p:cNvPr id="33" name="Forma libre 373">
                <a:extLst>
                  <a:ext uri="{FF2B5EF4-FFF2-40B4-BE49-F238E27FC236}">
                    <a16:creationId xmlns:a16="http://schemas.microsoft.com/office/drawing/2014/main" id="{6AA1356D-8F1B-4281-BEC5-5B4EBF7467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638" y="2492375"/>
                <a:ext cx="252413" cy="157163"/>
              </a:xfrm>
              <a:custGeom>
                <a:avLst/>
                <a:gdLst>
                  <a:gd name="T0" fmla="*/ 77 w 797"/>
                  <a:gd name="T1" fmla="*/ 494 h 497"/>
                  <a:gd name="T2" fmla="*/ 97 w 797"/>
                  <a:gd name="T3" fmla="*/ 483 h 497"/>
                  <a:gd name="T4" fmla="*/ 112 w 797"/>
                  <a:gd name="T5" fmla="*/ 466 h 497"/>
                  <a:gd name="T6" fmla="*/ 120 w 797"/>
                  <a:gd name="T7" fmla="*/ 443 h 497"/>
                  <a:gd name="T8" fmla="*/ 116 w 797"/>
                  <a:gd name="T9" fmla="*/ 416 h 497"/>
                  <a:gd name="T10" fmla="*/ 267 w 797"/>
                  <a:gd name="T11" fmla="*/ 298 h 497"/>
                  <a:gd name="T12" fmla="*/ 300 w 797"/>
                  <a:gd name="T13" fmla="*/ 299 h 497"/>
                  <a:gd name="T14" fmla="*/ 325 w 797"/>
                  <a:gd name="T15" fmla="*/ 287 h 497"/>
                  <a:gd name="T16" fmla="*/ 451 w 797"/>
                  <a:gd name="T17" fmla="*/ 327 h 497"/>
                  <a:gd name="T18" fmla="*/ 454 w 797"/>
                  <a:gd name="T19" fmla="*/ 349 h 497"/>
                  <a:gd name="T20" fmla="*/ 464 w 797"/>
                  <a:gd name="T21" fmla="*/ 369 h 497"/>
                  <a:gd name="T22" fmla="*/ 482 w 797"/>
                  <a:gd name="T23" fmla="*/ 384 h 497"/>
                  <a:gd name="T24" fmla="*/ 505 w 797"/>
                  <a:gd name="T25" fmla="*/ 391 h 497"/>
                  <a:gd name="T26" fmla="*/ 529 w 797"/>
                  <a:gd name="T27" fmla="*/ 389 h 497"/>
                  <a:gd name="T28" fmla="*/ 550 w 797"/>
                  <a:gd name="T29" fmla="*/ 378 h 497"/>
                  <a:gd name="T30" fmla="*/ 564 w 797"/>
                  <a:gd name="T31" fmla="*/ 360 h 497"/>
                  <a:gd name="T32" fmla="*/ 571 w 797"/>
                  <a:gd name="T33" fmla="*/ 337 h 497"/>
                  <a:gd name="T34" fmla="*/ 565 w 797"/>
                  <a:gd name="T35" fmla="*/ 304 h 497"/>
                  <a:gd name="T36" fmla="*/ 724 w 797"/>
                  <a:gd name="T37" fmla="*/ 119 h 497"/>
                  <a:gd name="T38" fmla="*/ 750 w 797"/>
                  <a:gd name="T39" fmla="*/ 119 h 497"/>
                  <a:gd name="T40" fmla="*/ 771 w 797"/>
                  <a:gd name="T41" fmla="*/ 110 h 497"/>
                  <a:gd name="T42" fmla="*/ 787 w 797"/>
                  <a:gd name="T43" fmla="*/ 94 h 497"/>
                  <a:gd name="T44" fmla="*/ 796 w 797"/>
                  <a:gd name="T45" fmla="*/ 72 h 497"/>
                  <a:gd name="T46" fmla="*/ 796 w 797"/>
                  <a:gd name="T47" fmla="*/ 48 h 497"/>
                  <a:gd name="T48" fmla="*/ 787 w 797"/>
                  <a:gd name="T49" fmla="*/ 27 h 497"/>
                  <a:gd name="T50" fmla="*/ 771 w 797"/>
                  <a:gd name="T51" fmla="*/ 10 h 497"/>
                  <a:gd name="T52" fmla="*/ 750 w 797"/>
                  <a:gd name="T53" fmla="*/ 1 h 497"/>
                  <a:gd name="T54" fmla="*/ 725 w 797"/>
                  <a:gd name="T55" fmla="*/ 1 h 497"/>
                  <a:gd name="T56" fmla="*/ 703 w 797"/>
                  <a:gd name="T57" fmla="*/ 10 h 497"/>
                  <a:gd name="T58" fmla="*/ 687 w 797"/>
                  <a:gd name="T59" fmla="*/ 27 h 497"/>
                  <a:gd name="T60" fmla="*/ 678 w 797"/>
                  <a:gd name="T61" fmla="*/ 48 h 497"/>
                  <a:gd name="T62" fmla="*/ 680 w 797"/>
                  <a:gd name="T63" fmla="*/ 79 h 497"/>
                  <a:gd name="T64" fmla="*/ 531 w 797"/>
                  <a:gd name="T65" fmla="*/ 275 h 497"/>
                  <a:gd name="T66" fmla="*/ 504 w 797"/>
                  <a:gd name="T67" fmla="*/ 272 h 497"/>
                  <a:gd name="T68" fmla="*/ 478 w 797"/>
                  <a:gd name="T69" fmla="*/ 281 h 497"/>
                  <a:gd name="T70" fmla="*/ 345 w 797"/>
                  <a:gd name="T71" fmla="*/ 248 h 497"/>
                  <a:gd name="T72" fmla="*/ 344 w 797"/>
                  <a:gd name="T73" fmla="*/ 229 h 497"/>
                  <a:gd name="T74" fmla="*/ 336 w 797"/>
                  <a:gd name="T75" fmla="*/ 207 h 497"/>
                  <a:gd name="T76" fmla="*/ 319 w 797"/>
                  <a:gd name="T77" fmla="*/ 191 h 497"/>
                  <a:gd name="T78" fmla="*/ 298 w 797"/>
                  <a:gd name="T79" fmla="*/ 181 h 497"/>
                  <a:gd name="T80" fmla="*/ 273 w 797"/>
                  <a:gd name="T81" fmla="*/ 181 h 497"/>
                  <a:gd name="T82" fmla="*/ 252 w 797"/>
                  <a:gd name="T83" fmla="*/ 191 h 497"/>
                  <a:gd name="T84" fmla="*/ 236 w 797"/>
                  <a:gd name="T85" fmla="*/ 207 h 497"/>
                  <a:gd name="T86" fmla="*/ 226 w 797"/>
                  <a:gd name="T87" fmla="*/ 229 h 497"/>
                  <a:gd name="T88" fmla="*/ 227 w 797"/>
                  <a:gd name="T89" fmla="*/ 254 h 497"/>
                  <a:gd name="T90" fmla="*/ 86 w 797"/>
                  <a:gd name="T91" fmla="*/ 382 h 497"/>
                  <a:gd name="T92" fmla="*/ 53 w 797"/>
                  <a:gd name="T93" fmla="*/ 377 h 497"/>
                  <a:gd name="T94" fmla="*/ 31 w 797"/>
                  <a:gd name="T95" fmla="*/ 383 h 497"/>
                  <a:gd name="T96" fmla="*/ 13 w 797"/>
                  <a:gd name="T97" fmla="*/ 398 h 497"/>
                  <a:gd name="T98" fmla="*/ 2 w 797"/>
                  <a:gd name="T99" fmla="*/ 419 h 497"/>
                  <a:gd name="T100" fmla="*/ 0 w 797"/>
                  <a:gd name="T101" fmla="*/ 443 h 497"/>
                  <a:gd name="T102" fmla="*/ 6 w 797"/>
                  <a:gd name="T103" fmla="*/ 466 h 497"/>
                  <a:gd name="T104" fmla="*/ 21 w 797"/>
                  <a:gd name="T105" fmla="*/ 483 h 497"/>
                  <a:gd name="T106" fmla="*/ 42 w 797"/>
                  <a:gd name="T107" fmla="*/ 494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97" h="497">
                    <a:moveTo>
                      <a:pt x="60" y="497"/>
                    </a:moveTo>
                    <a:lnTo>
                      <a:pt x="65" y="497"/>
                    </a:lnTo>
                    <a:lnTo>
                      <a:pt x="72" y="496"/>
                    </a:lnTo>
                    <a:lnTo>
                      <a:pt x="77" y="494"/>
                    </a:lnTo>
                    <a:lnTo>
                      <a:pt x="83" y="493"/>
                    </a:lnTo>
                    <a:lnTo>
                      <a:pt x="89" y="489"/>
                    </a:lnTo>
                    <a:lnTo>
                      <a:pt x="93" y="486"/>
                    </a:lnTo>
                    <a:lnTo>
                      <a:pt x="97" y="483"/>
                    </a:lnTo>
                    <a:lnTo>
                      <a:pt x="102" y="480"/>
                    </a:lnTo>
                    <a:lnTo>
                      <a:pt x="106" y="475"/>
                    </a:lnTo>
                    <a:lnTo>
                      <a:pt x="109" y="470"/>
                    </a:lnTo>
                    <a:lnTo>
                      <a:pt x="112" y="466"/>
                    </a:lnTo>
                    <a:lnTo>
                      <a:pt x="115" y="460"/>
                    </a:lnTo>
                    <a:lnTo>
                      <a:pt x="117" y="455"/>
                    </a:lnTo>
                    <a:lnTo>
                      <a:pt x="119" y="449"/>
                    </a:lnTo>
                    <a:lnTo>
                      <a:pt x="120" y="443"/>
                    </a:lnTo>
                    <a:lnTo>
                      <a:pt x="120" y="437"/>
                    </a:lnTo>
                    <a:lnTo>
                      <a:pt x="119" y="429"/>
                    </a:lnTo>
                    <a:lnTo>
                      <a:pt x="118" y="423"/>
                    </a:lnTo>
                    <a:lnTo>
                      <a:pt x="116" y="416"/>
                    </a:lnTo>
                    <a:lnTo>
                      <a:pt x="114" y="410"/>
                    </a:lnTo>
                    <a:lnTo>
                      <a:pt x="251" y="290"/>
                    </a:lnTo>
                    <a:lnTo>
                      <a:pt x="259" y="295"/>
                    </a:lnTo>
                    <a:lnTo>
                      <a:pt x="267" y="298"/>
                    </a:lnTo>
                    <a:lnTo>
                      <a:pt x="277" y="301"/>
                    </a:lnTo>
                    <a:lnTo>
                      <a:pt x="285" y="302"/>
                    </a:lnTo>
                    <a:lnTo>
                      <a:pt x="293" y="301"/>
                    </a:lnTo>
                    <a:lnTo>
                      <a:pt x="300" y="299"/>
                    </a:lnTo>
                    <a:lnTo>
                      <a:pt x="307" y="297"/>
                    </a:lnTo>
                    <a:lnTo>
                      <a:pt x="313" y="294"/>
                    </a:lnTo>
                    <a:lnTo>
                      <a:pt x="318" y="291"/>
                    </a:lnTo>
                    <a:lnTo>
                      <a:pt x="325" y="287"/>
                    </a:lnTo>
                    <a:lnTo>
                      <a:pt x="329" y="282"/>
                    </a:lnTo>
                    <a:lnTo>
                      <a:pt x="333" y="277"/>
                    </a:lnTo>
                    <a:lnTo>
                      <a:pt x="451" y="324"/>
                    </a:lnTo>
                    <a:lnTo>
                      <a:pt x="451" y="327"/>
                    </a:lnTo>
                    <a:lnTo>
                      <a:pt x="451" y="332"/>
                    </a:lnTo>
                    <a:lnTo>
                      <a:pt x="451" y="337"/>
                    </a:lnTo>
                    <a:lnTo>
                      <a:pt x="452" y="343"/>
                    </a:lnTo>
                    <a:lnTo>
                      <a:pt x="454" y="349"/>
                    </a:lnTo>
                    <a:lnTo>
                      <a:pt x="456" y="354"/>
                    </a:lnTo>
                    <a:lnTo>
                      <a:pt x="458" y="360"/>
                    </a:lnTo>
                    <a:lnTo>
                      <a:pt x="461" y="365"/>
                    </a:lnTo>
                    <a:lnTo>
                      <a:pt x="464" y="369"/>
                    </a:lnTo>
                    <a:lnTo>
                      <a:pt x="469" y="374"/>
                    </a:lnTo>
                    <a:lnTo>
                      <a:pt x="473" y="378"/>
                    </a:lnTo>
                    <a:lnTo>
                      <a:pt x="477" y="381"/>
                    </a:lnTo>
                    <a:lnTo>
                      <a:pt x="482" y="384"/>
                    </a:lnTo>
                    <a:lnTo>
                      <a:pt x="488" y="386"/>
                    </a:lnTo>
                    <a:lnTo>
                      <a:pt x="493" y="389"/>
                    </a:lnTo>
                    <a:lnTo>
                      <a:pt x="499" y="391"/>
                    </a:lnTo>
                    <a:lnTo>
                      <a:pt x="505" y="391"/>
                    </a:lnTo>
                    <a:lnTo>
                      <a:pt x="511" y="392"/>
                    </a:lnTo>
                    <a:lnTo>
                      <a:pt x="518" y="391"/>
                    </a:lnTo>
                    <a:lnTo>
                      <a:pt x="523" y="391"/>
                    </a:lnTo>
                    <a:lnTo>
                      <a:pt x="529" y="389"/>
                    </a:lnTo>
                    <a:lnTo>
                      <a:pt x="535" y="386"/>
                    </a:lnTo>
                    <a:lnTo>
                      <a:pt x="540" y="384"/>
                    </a:lnTo>
                    <a:lnTo>
                      <a:pt x="545" y="381"/>
                    </a:lnTo>
                    <a:lnTo>
                      <a:pt x="550" y="378"/>
                    </a:lnTo>
                    <a:lnTo>
                      <a:pt x="553" y="374"/>
                    </a:lnTo>
                    <a:lnTo>
                      <a:pt x="558" y="369"/>
                    </a:lnTo>
                    <a:lnTo>
                      <a:pt x="561" y="365"/>
                    </a:lnTo>
                    <a:lnTo>
                      <a:pt x="564" y="360"/>
                    </a:lnTo>
                    <a:lnTo>
                      <a:pt x="567" y="354"/>
                    </a:lnTo>
                    <a:lnTo>
                      <a:pt x="568" y="349"/>
                    </a:lnTo>
                    <a:lnTo>
                      <a:pt x="570" y="343"/>
                    </a:lnTo>
                    <a:lnTo>
                      <a:pt x="571" y="337"/>
                    </a:lnTo>
                    <a:lnTo>
                      <a:pt x="571" y="332"/>
                    </a:lnTo>
                    <a:lnTo>
                      <a:pt x="570" y="322"/>
                    </a:lnTo>
                    <a:lnTo>
                      <a:pt x="568" y="312"/>
                    </a:lnTo>
                    <a:lnTo>
                      <a:pt x="565" y="304"/>
                    </a:lnTo>
                    <a:lnTo>
                      <a:pt x="560" y="296"/>
                    </a:lnTo>
                    <a:lnTo>
                      <a:pt x="711" y="114"/>
                    </a:lnTo>
                    <a:lnTo>
                      <a:pt x="717" y="117"/>
                    </a:lnTo>
                    <a:lnTo>
                      <a:pt x="724" y="119"/>
                    </a:lnTo>
                    <a:lnTo>
                      <a:pt x="730" y="120"/>
                    </a:lnTo>
                    <a:lnTo>
                      <a:pt x="737" y="120"/>
                    </a:lnTo>
                    <a:lnTo>
                      <a:pt x="743" y="120"/>
                    </a:lnTo>
                    <a:lnTo>
                      <a:pt x="750" y="119"/>
                    </a:lnTo>
                    <a:lnTo>
                      <a:pt x="755" y="118"/>
                    </a:lnTo>
                    <a:lnTo>
                      <a:pt x="760" y="116"/>
                    </a:lnTo>
                    <a:lnTo>
                      <a:pt x="766" y="113"/>
                    </a:lnTo>
                    <a:lnTo>
                      <a:pt x="771" y="110"/>
                    </a:lnTo>
                    <a:lnTo>
                      <a:pt x="775" y="106"/>
                    </a:lnTo>
                    <a:lnTo>
                      <a:pt x="780" y="103"/>
                    </a:lnTo>
                    <a:lnTo>
                      <a:pt x="784" y="99"/>
                    </a:lnTo>
                    <a:lnTo>
                      <a:pt x="787" y="94"/>
                    </a:lnTo>
                    <a:lnTo>
                      <a:pt x="790" y="89"/>
                    </a:lnTo>
                    <a:lnTo>
                      <a:pt x="792" y="84"/>
                    </a:lnTo>
                    <a:lnTo>
                      <a:pt x="795" y="79"/>
                    </a:lnTo>
                    <a:lnTo>
                      <a:pt x="796" y="72"/>
                    </a:lnTo>
                    <a:lnTo>
                      <a:pt x="797" y="67"/>
                    </a:lnTo>
                    <a:lnTo>
                      <a:pt x="797" y="60"/>
                    </a:lnTo>
                    <a:lnTo>
                      <a:pt x="797" y="54"/>
                    </a:lnTo>
                    <a:lnTo>
                      <a:pt x="796" y="48"/>
                    </a:lnTo>
                    <a:lnTo>
                      <a:pt x="795" y="42"/>
                    </a:lnTo>
                    <a:lnTo>
                      <a:pt x="792" y="37"/>
                    </a:lnTo>
                    <a:lnTo>
                      <a:pt x="790" y="31"/>
                    </a:lnTo>
                    <a:lnTo>
                      <a:pt x="787" y="27"/>
                    </a:lnTo>
                    <a:lnTo>
                      <a:pt x="784" y="22"/>
                    </a:lnTo>
                    <a:lnTo>
                      <a:pt x="780" y="17"/>
                    </a:lnTo>
                    <a:lnTo>
                      <a:pt x="775" y="14"/>
                    </a:lnTo>
                    <a:lnTo>
                      <a:pt x="771" y="10"/>
                    </a:lnTo>
                    <a:lnTo>
                      <a:pt x="766" y="8"/>
                    </a:lnTo>
                    <a:lnTo>
                      <a:pt x="760" y="5"/>
                    </a:lnTo>
                    <a:lnTo>
                      <a:pt x="755" y="2"/>
                    </a:lnTo>
                    <a:lnTo>
                      <a:pt x="750" y="1"/>
                    </a:lnTo>
                    <a:lnTo>
                      <a:pt x="743" y="0"/>
                    </a:lnTo>
                    <a:lnTo>
                      <a:pt x="737" y="0"/>
                    </a:lnTo>
                    <a:lnTo>
                      <a:pt x="731" y="0"/>
                    </a:lnTo>
                    <a:lnTo>
                      <a:pt x="725" y="1"/>
                    </a:lnTo>
                    <a:lnTo>
                      <a:pt x="719" y="2"/>
                    </a:lnTo>
                    <a:lnTo>
                      <a:pt x="713" y="5"/>
                    </a:lnTo>
                    <a:lnTo>
                      <a:pt x="709" y="8"/>
                    </a:lnTo>
                    <a:lnTo>
                      <a:pt x="703" y="10"/>
                    </a:lnTo>
                    <a:lnTo>
                      <a:pt x="699" y="14"/>
                    </a:lnTo>
                    <a:lnTo>
                      <a:pt x="695" y="17"/>
                    </a:lnTo>
                    <a:lnTo>
                      <a:pt x="691" y="22"/>
                    </a:lnTo>
                    <a:lnTo>
                      <a:pt x="687" y="27"/>
                    </a:lnTo>
                    <a:lnTo>
                      <a:pt x="684" y="31"/>
                    </a:lnTo>
                    <a:lnTo>
                      <a:pt x="682" y="37"/>
                    </a:lnTo>
                    <a:lnTo>
                      <a:pt x="680" y="42"/>
                    </a:lnTo>
                    <a:lnTo>
                      <a:pt x="678" y="48"/>
                    </a:lnTo>
                    <a:lnTo>
                      <a:pt x="677" y="54"/>
                    </a:lnTo>
                    <a:lnTo>
                      <a:pt x="677" y="60"/>
                    </a:lnTo>
                    <a:lnTo>
                      <a:pt x="678" y="70"/>
                    </a:lnTo>
                    <a:lnTo>
                      <a:pt x="680" y="79"/>
                    </a:lnTo>
                    <a:lnTo>
                      <a:pt x="683" y="87"/>
                    </a:lnTo>
                    <a:lnTo>
                      <a:pt x="688" y="96"/>
                    </a:lnTo>
                    <a:lnTo>
                      <a:pt x="537" y="277"/>
                    </a:lnTo>
                    <a:lnTo>
                      <a:pt x="531" y="275"/>
                    </a:lnTo>
                    <a:lnTo>
                      <a:pt x="524" y="273"/>
                    </a:lnTo>
                    <a:lnTo>
                      <a:pt x="518" y="272"/>
                    </a:lnTo>
                    <a:lnTo>
                      <a:pt x="511" y="271"/>
                    </a:lnTo>
                    <a:lnTo>
                      <a:pt x="504" y="272"/>
                    </a:lnTo>
                    <a:lnTo>
                      <a:pt x="496" y="273"/>
                    </a:lnTo>
                    <a:lnTo>
                      <a:pt x="490" y="275"/>
                    </a:lnTo>
                    <a:lnTo>
                      <a:pt x="484" y="278"/>
                    </a:lnTo>
                    <a:lnTo>
                      <a:pt x="478" y="281"/>
                    </a:lnTo>
                    <a:lnTo>
                      <a:pt x="472" y="286"/>
                    </a:lnTo>
                    <a:lnTo>
                      <a:pt x="467" y="291"/>
                    </a:lnTo>
                    <a:lnTo>
                      <a:pt x="463" y="295"/>
                    </a:lnTo>
                    <a:lnTo>
                      <a:pt x="345" y="248"/>
                    </a:lnTo>
                    <a:lnTo>
                      <a:pt x="345" y="245"/>
                    </a:lnTo>
                    <a:lnTo>
                      <a:pt x="345" y="240"/>
                    </a:lnTo>
                    <a:lnTo>
                      <a:pt x="345" y="235"/>
                    </a:lnTo>
                    <a:lnTo>
                      <a:pt x="344" y="229"/>
                    </a:lnTo>
                    <a:lnTo>
                      <a:pt x="343" y="223"/>
                    </a:lnTo>
                    <a:lnTo>
                      <a:pt x="341" y="218"/>
                    </a:lnTo>
                    <a:lnTo>
                      <a:pt x="339" y="213"/>
                    </a:lnTo>
                    <a:lnTo>
                      <a:pt x="336" y="207"/>
                    </a:lnTo>
                    <a:lnTo>
                      <a:pt x="332" y="203"/>
                    </a:lnTo>
                    <a:lnTo>
                      <a:pt x="328" y="199"/>
                    </a:lnTo>
                    <a:lnTo>
                      <a:pt x="324" y="194"/>
                    </a:lnTo>
                    <a:lnTo>
                      <a:pt x="319" y="191"/>
                    </a:lnTo>
                    <a:lnTo>
                      <a:pt x="314" y="188"/>
                    </a:lnTo>
                    <a:lnTo>
                      <a:pt x="309" y="186"/>
                    </a:lnTo>
                    <a:lnTo>
                      <a:pt x="303" y="184"/>
                    </a:lnTo>
                    <a:lnTo>
                      <a:pt x="298" y="181"/>
                    </a:lnTo>
                    <a:lnTo>
                      <a:pt x="292" y="181"/>
                    </a:lnTo>
                    <a:lnTo>
                      <a:pt x="285" y="180"/>
                    </a:lnTo>
                    <a:lnTo>
                      <a:pt x="280" y="181"/>
                    </a:lnTo>
                    <a:lnTo>
                      <a:pt x="273" y="181"/>
                    </a:lnTo>
                    <a:lnTo>
                      <a:pt x="268" y="184"/>
                    </a:lnTo>
                    <a:lnTo>
                      <a:pt x="262" y="186"/>
                    </a:lnTo>
                    <a:lnTo>
                      <a:pt x="257" y="188"/>
                    </a:lnTo>
                    <a:lnTo>
                      <a:pt x="252" y="191"/>
                    </a:lnTo>
                    <a:lnTo>
                      <a:pt x="248" y="194"/>
                    </a:lnTo>
                    <a:lnTo>
                      <a:pt x="243" y="199"/>
                    </a:lnTo>
                    <a:lnTo>
                      <a:pt x="239" y="203"/>
                    </a:lnTo>
                    <a:lnTo>
                      <a:pt x="236" y="207"/>
                    </a:lnTo>
                    <a:lnTo>
                      <a:pt x="233" y="213"/>
                    </a:lnTo>
                    <a:lnTo>
                      <a:pt x="230" y="218"/>
                    </a:lnTo>
                    <a:lnTo>
                      <a:pt x="228" y="223"/>
                    </a:lnTo>
                    <a:lnTo>
                      <a:pt x="226" y="229"/>
                    </a:lnTo>
                    <a:lnTo>
                      <a:pt x="225" y="235"/>
                    </a:lnTo>
                    <a:lnTo>
                      <a:pt x="225" y="240"/>
                    </a:lnTo>
                    <a:lnTo>
                      <a:pt x="226" y="248"/>
                    </a:lnTo>
                    <a:lnTo>
                      <a:pt x="227" y="254"/>
                    </a:lnTo>
                    <a:lnTo>
                      <a:pt x="229" y="261"/>
                    </a:lnTo>
                    <a:lnTo>
                      <a:pt x="231" y="267"/>
                    </a:lnTo>
                    <a:lnTo>
                      <a:pt x="94" y="387"/>
                    </a:lnTo>
                    <a:lnTo>
                      <a:pt x="86" y="382"/>
                    </a:lnTo>
                    <a:lnTo>
                      <a:pt x="78" y="379"/>
                    </a:lnTo>
                    <a:lnTo>
                      <a:pt x="68" y="377"/>
                    </a:lnTo>
                    <a:lnTo>
                      <a:pt x="60" y="377"/>
                    </a:lnTo>
                    <a:lnTo>
                      <a:pt x="53" y="377"/>
                    </a:lnTo>
                    <a:lnTo>
                      <a:pt x="47" y="378"/>
                    </a:lnTo>
                    <a:lnTo>
                      <a:pt x="42" y="379"/>
                    </a:lnTo>
                    <a:lnTo>
                      <a:pt x="36" y="381"/>
                    </a:lnTo>
                    <a:lnTo>
                      <a:pt x="31" y="383"/>
                    </a:lnTo>
                    <a:lnTo>
                      <a:pt x="26" y="386"/>
                    </a:lnTo>
                    <a:lnTo>
                      <a:pt x="21" y="391"/>
                    </a:lnTo>
                    <a:lnTo>
                      <a:pt x="17" y="394"/>
                    </a:lnTo>
                    <a:lnTo>
                      <a:pt x="13" y="398"/>
                    </a:lnTo>
                    <a:lnTo>
                      <a:pt x="9" y="402"/>
                    </a:lnTo>
                    <a:lnTo>
                      <a:pt x="6" y="408"/>
                    </a:lnTo>
                    <a:lnTo>
                      <a:pt x="4" y="413"/>
                    </a:lnTo>
                    <a:lnTo>
                      <a:pt x="2" y="419"/>
                    </a:lnTo>
                    <a:lnTo>
                      <a:pt x="1" y="425"/>
                    </a:lnTo>
                    <a:lnTo>
                      <a:pt x="0" y="430"/>
                    </a:lnTo>
                    <a:lnTo>
                      <a:pt x="0" y="437"/>
                    </a:lnTo>
                    <a:lnTo>
                      <a:pt x="0" y="443"/>
                    </a:lnTo>
                    <a:lnTo>
                      <a:pt x="1" y="449"/>
                    </a:lnTo>
                    <a:lnTo>
                      <a:pt x="2" y="455"/>
                    </a:lnTo>
                    <a:lnTo>
                      <a:pt x="4" y="460"/>
                    </a:lnTo>
                    <a:lnTo>
                      <a:pt x="6" y="466"/>
                    </a:lnTo>
                    <a:lnTo>
                      <a:pt x="9" y="470"/>
                    </a:lnTo>
                    <a:lnTo>
                      <a:pt x="13" y="475"/>
                    </a:lnTo>
                    <a:lnTo>
                      <a:pt x="17" y="480"/>
                    </a:lnTo>
                    <a:lnTo>
                      <a:pt x="21" y="483"/>
                    </a:lnTo>
                    <a:lnTo>
                      <a:pt x="26" y="486"/>
                    </a:lnTo>
                    <a:lnTo>
                      <a:pt x="31" y="489"/>
                    </a:lnTo>
                    <a:lnTo>
                      <a:pt x="36" y="493"/>
                    </a:lnTo>
                    <a:lnTo>
                      <a:pt x="42" y="494"/>
                    </a:lnTo>
                    <a:lnTo>
                      <a:pt x="47" y="496"/>
                    </a:lnTo>
                    <a:lnTo>
                      <a:pt x="53" y="497"/>
                    </a:lnTo>
                    <a:lnTo>
                      <a:pt x="60" y="4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MX" dirty="0"/>
              </a:p>
            </p:txBody>
          </p:sp>
        </p:grp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2771FFD4-68FA-E7E1-9D0E-50267887293A}"/>
              </a:ext>
            </a:extLst>
          </p:cNvPr>
          <p:cNvGrpSpPr/>
          <p:nvPr/>
        </p:nvGrpSpPr>
        <p:grpSpPr>
          <a:xfrm>
            <a:off x="4069481" y="4551376"/>
            <a:ext cx="4053037" cy="939800"/>
            <a:chOff x="6659721" y="1955554"/>
            <a:chExt cx="4053037" cy="939800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D6178536-4D8A-4FF2-BBDC-4B3E7E0FC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051983" y="2048492"/>
              <a:ext cx="3660775" cy="740997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s-MX" sz="1600" dirty="0"/>
                <a:t>IDENTIFICAR</a:t>
              </a:r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416F1356-9015-4B5C-9C64-3C1D963E5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59721" y="1955554"/>
              <a:ext cx="939800" cy="9398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dirty="0"/>
            </a:p>
          </p:txBody>
        </p:sp>
        <p:sp>
          <p:nvSpPr>
            <p:cNvPr id="34" name="Forma libre 1676" descr="Icono de casilla de verificación. ">
              <a:extLst>
                <a:ext uri="{FF2B5EF4-FFF2-40B4-BE49-F238E27FC236}">
                  <a16:creationId xmlns:a16="http://schemas.microsoft.com/office/drawing/2014/main" id="{6FB02354-C73F-4DCF-8004-E9CCA66963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56742" y="2222809"/>
              <a:ext cx="345758" cy="345758"/>
            </a:xfrm>
            <a:custGeom>
              <a:avLst/>
              <a:gdLst>
                <a:gd name="T0" fmla="*/ 374 w 719"/>
                <a:gd name="T1" fmla="*/ 267 h 719"/>
                <a:gd name="T2" fmla="*/ 366 w 719"/>
                <a:gd name="T3" fmla="*/ 263 h 719"/>
                <a:gd name="T4" fmla="*/ 362 w 719"/>
                <a:gd name="T5" fmla="*/ 254 h 719"/>
                <a:gd name="T6" fmla="*/ 366 w 719"/>
                <a:gd name="T7" fmla="*/ 247 h 719"/>
                <a:gd name="T8" fmla="*/ 374 w 719"/>
                <a:gd name="T9" fmla="*/ 243 h 719"/>
                <a:gd name="T10" fmla="*/ 621 w 719"/>
                <a:gd name="T11" fmla="*/ 244 h 719"/>
                <a:gd name="T12" fmla="*/ 627 w 719"/>
                <a:gd name="T13" fmla="*/ 250 h 719"/>
                <a:gd name="T14" fmla="*/ 627 w 719"/>
                <a:gd name="T15" fmla="*/ 260 h 719"/>
                <a:gd name="T16" fmla="*/ 621 w 719"/>
                <a:gd name="T17" fmla="*/ 265 h 719"/>
                <a:gd name="T18" fmla="*/ 616 w 719"/>
                <a:gd name="T19" fmla="*/ 528 h 719"/>
                <a:gd name="T20" fmla="*/ 370 w 719"/>
                <a:gd name="T21" fmla="*/ 527 h 719"/>
                <a:gd name="T22" fmla="*/ 363 w 719"/>
                <a:gd name="T23" fmla="*/ 521 h 719"/>
                <a:gd name="T24" fmla="*/ 363 w 719"/>
                <a:gd name="T25" fmla="*/ 512 h 719"/>
                <a:gd name="T26" fmla="*/ 370 w 719"/>
                <a:gd name="T27" fmla="*/ 505 h 719"/>
                <a:gd name="T28" fmla="*/ 616 w 719"/>
                <a:gd name="T29" fmla="*/ 504 h 719"/>
                <a:gd name="T30" fmla="*/ 625 w 719"/>
                <a:gd name="T31" fmla="*/ 507 h 719"/>
                <a:gd name="T32" fmla="*/ 628 w 719"/>
                <a:gd name="T33" fmla="*/ 516 h 719"/>
                <a:gd name="T34" fmla="*/ 625 w 719"/>
                <a:gd name="T35" fmla="*/ 525 h 719"/>
                <a:gd name="T36" fmla="*/ 616 w 719"/>
                <a:gd name="T37" fmla="*/ 528 h 719"/>
                <a:gd name="T38" fmla="*/ 171 w 719"/>
                <a:gd name="T39" fmla="*/ 279 h 719"/>
                <a:gd name="T40" fmla="*/ 164 w 719"/>
                <a:gd name="T41" fmla="*/ 282 h 719"/>
                <a:gd name="T42" fmla="*/ 155 w 719"/>
                <a:gd name="T43" fmla="*/ 279 h 719"/>
                <a:gd name="T44" fmla="*/ 92 w 719"/>
                <a:gd name="T45" fmla="*/ 214 h 719"/>
                <a:gd name="T46" fmla="*/ 92 w 719"/>
                <a:gd name="T47" fmla="*/ 205 h 719"/>
                <a:gd name="T48" fmla="*/ 98 w 719"/>
                <a:gd name="T49" fmla="*/ 198 h 719"/>
                <a:gd name="T50" fmla="*/ 107 w 719"/>
                <a:gd name="T51" fmla="*/ 198 h 719"/>
                <a:gd name="T52" fmla="*/ 164 w 719"/>
                <a:gd name="T53" fmla="*/ 253 h 719"/>
                <a:gd name="T54" fmla="*/ 309 w 719"/>
                <a:gd name="T55" fmla="*/ 109 h 719"/>
                <a:gd name="T56" fmla="*/ 318 w 719"/>
                <a:gd name="T57" fmla="*/ 109 h 719"/>
                <a:gd name="T58" fmla="*/ 325 w 719"/>
                <a:gd name="T59" fmla="*/ 114 h 719"/>
                <a:gd name="T60" fmla="*/ 325 w 719"/>
                <a:gd name="T61" fmla="*/ 124 h 719"/>
                <a:gd name="T62" fmla="*/ 323 w 719"/>
                <a:gd name="T63" fmla="*/ 414 h 719"/>
                <a:gd name="T64" fmla="*/ 168 w 719"/>
                <a:gd name="T65" fmla="*/ 568 h 719"/>
                <a:gd name="T66" fmla="*/ 158 w 719"/>
                <a:gd name="T67" fmla="*/ 568 h 719"/>
                <a:gd name="T68" fmla="*/ 94 w 719"/>
                <a:gd name="T69" fmla="*/ 505 h 719"/>
                <a:gd name="T70" fmla="*/ 91 w 719"/>
                <a:gd name="T71" fmla="*/ 497 h 719"/>
                <a:gd name="T72" fmla="*/ 94 w 719"/>
                <a:gd name="T73" fmla="*/ 488 h 719"/>
                <a:gd name="T74" fmla="*/ 103 w 719"/>
                <a:gd name="T75" fmla="*/ 485 h 719"/>
                <a:gd name="T76" fmla="*/ 111 w 719"/>
                <a:gd name="T77" fmla="*/ 488 h 719"/>
                <a:gd name="T78" fmla="*/ 306 w 719"/>
                <a:gd name="T79" fmla="*/ 397 h 719"/>
                <a:gd name="T80" fmla="*/ 314 w 719"/>
                <a:gd name="T81" fmla="*/ 394 h 719"/>
                <a:gd name="T82" fmla="*/ 323 w 719"/>
                <a:gd name="T83" fmla="*/ 398 h 719"/>
                <a:gd name="T84" fmla="*/ 326 w 719"/>
                <a:gd name="T85" fmla="*/ 406 h 719"/>
                <a:gd name="T86" fmla="*/ 323 w 719"/>
                <a:gd name="T87" fmla="*/ 414 h 719"/>
                <a:gd name="T88" fmla="*/ 12 w 719"/>
                <a:gd name="T89" fmla="*/ 0 h 719"/>
                <a:gd name="T90" fmla="*/ 3 w 719"/>
                <a:gd name="T91" fmla="*/ 5 h 719"/>
                <a:gd name="T92" fmla="*/ 0 w 719"/>
                <a:gd name="T93" fmla="*/ 13 h 719"/>
                <a:gd name="T94" fmla="*/ 1 w 719"/>
                <a:gd name="T95" fmla="*/ 713 h 719"/>
                <a:gd name="T96" fmla="*/ 8 w 719"/>
                <a:gd name="T97" fmla="*/ 719 h 719"/>
                <a:gd name="T98" fmla="*/ 707 w 719"/>
                <a:gd name="T99" fmla="*/ 719 h 719"/>
                <a:gd name="T100" fmla="*/ 716 w 719"/>
                <a:gd name="T101" fmla="*/ 716 h 719"/>
                <a:gd name="T102" fmla="*/ 719 w 719"/>
                <a:gd name="T103" fmla="*/ 707 h 719"/>
                <a:gd name="T104" fmla="*/ 718 w 719"/>
                <a:gd name="T105" fmla="*/ 8 h 719"/>
                <a:gd name="T106" fmla="*/ 711 w 719"/>
                <a:gd name="T107" fmla="*/ 2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19" h="719">
                  <a:moveTo>
                    <a:pt x="616" y="267"/>
                  </a:moveTo>
                  <a:lnTo>
                    <a:pt x="374" y="267"/>
                  </a:lnTo>
                  <a:lnTo>
                    <a:pt x="370" y="265"/>
                  </a:lnTo>
                  <a:lnTo>
                    <a:pt x="366" y="263"/>
                  </a:lnTo>
                  <a:lnTo>
                    <a:pt x="363" y="260"/>
                  </a:lnTo>
                  <a:lnTo>
                    <a:pt x="362" y="254"/>
                  </a:lnTo>
                  <a:lnTo>
                    <a:pt x="363" y="250"/>
                  </a:lnTo>
                  <a:lnTo>
                    <a:pt x="366" y="247"/>
                  </a:lnTo>
                  <a:lnTo>
                    <a:pt x="370" y="244"/>
                  </a:lnTo>
                  <a:lnTo>
                    <a:pt x="374" y="243"/>
                  </a:lnTo>
                  <a:lnTo>
                    <a:pt x="616" y="243"/>
                  </a:lnTo>
                  <a:lnTo>
                    <a:pt x="621" y="244"/>
                  </a:lnTo>
                  <a:lnTo>
                    <a:pt x="625" y="247"/>
                  </a:lnTo>
                  <a:lnTo>
                    <a:pt x="627" y="250"/>
                  </a:lnTo>
                  <a:lnTo>
                    <a:pt x="628" y="254"/>
                  </a:lnTo>
                  <a:lnTo>
                    <a:pt x="627" y="260"/>
                  </a:lnTo>
                  <a:lnTo>
                    <a:pt x="625" y="263"/>
                  </a:lnTo>
                  <a:lnTo>
                    <a:pt x="621" y="265"/>
                  </a:lnTo>
                  <a:lnTo>
                    <a:pt x="616" y="267"/>
                  </a:lnTo>
                  <a:close/>
                  <a:moveTo>
                    <a:pt x="616" y="528"/>
                  </a:moveTo>
                  <a:lnTo>
                    <a:pt x="374" y="528"/>
                  </a:lnTo>
                  <a:lnTo>
                    <a:pt x="370" y="527"/>
                  </a:lnTo>
                  <a:lnTo>
                    <a:pt x="366" y="525"/>
                  </a:lnTo>
                  <a:lnTo>
                    <a:pt x="363" y="521"/>
                  </a:lnTo>
                  <a:lnTo>
                    <a:pt x="362" y="516"/>
                  </a:lnTo>
                  <a:lnTo>
                    <a:pt x="363" y="512"/>
                  </a:lnTo>
                  <a:lnTo>
                    <a:pt x="366" y="507"/>
                  </a:lnTo>
                  <a:lnTo>
                    <a:pt x="370" y="505"/>
                  </a:lnTo>
                  <a:lnTo>
                    <a:pt x="374" y="504"/>
                  </a:lnTo>
                  <a:lnTo>
                    <a:pt x="616" y="504"/>
                  </a:lnTo>
                  <a:lnTo>
                    <a:pt x="621" y="505"/>
                  </a:lnTo>
                  <a:lnTo>
                    <a:pt x="625" y="507"/>
                  </a:lnTo>
                  <a:lnTo>
                    <a:pt x="627" y="512"/>
                  </a:lnTo>
                  <a:lnTo>
                    <a:pt x="628" y="516"/>
                  </a:lnTo>
                  <a:lnTo>
                    <a:pt x="627" y="521"/>
                  </a:lnTo>
                  <a:lnTo>
                    <a:pt x="625" y="525"/>
                  </a:lnTo>
                  <a:lnTo>
                    <a:pt x="621" y="527"/>
                  </a:lnTo>
                  <a:lnTo>
                    <a:pt x="616" y="528"/>
                  </a:lnTo>
                  <a:close/>
                  <a:moveTo>
                    <a:pt x="323" y="127"/>
                  </a:moveTo>
                  <a:lnTo>
                    <a:pt x="171" y="279"/>
                  </a:lnTo>
                  <a:lnTo>
                    <a:pt x="168" y="282"/>
                  </a:lnTo>
                  <a:lnTo>
                    <a:pt x="164" y="282"/>
                  </a:lnTo>
                  <a:lnTo>
                    <a:pt x="158" y="282"/>
                  </a:lnTo>
                  <a:lnTo>
                    <a:pt x="155" y="279"/>
                  </a:lnTo>
                  <a:lnTo>
                    <a:pt x="94" y="218"/>
                  </a:lnTo>
                  <a:lnTo>
                    <a:pt x="92" y="214"/>
                  </a:lnTo>
                  <a:lnTo>
                    <a:pt x="91" y="209"/>
                  </a:lnTo>
                  <a:lnTo>
                    <a:pt x="92" y="205"/>
                  </a:lnTo>
                  <a:lnTo>
                    <a:pt x="94" y="201"/>
                  </a:lnTo>
                  <a:lnTo>
                    <a:pt x="98" y="198"/>
                  </a:lnTo>
                  <a:lnTo>
                    <a:pt x="103" y="197"/>
                  </a:lnTo>
                  <a:lnTo>
                    <a:pt x="107" y="198"/>
                  </a:lnTo>
                  <a:lnTo>
                    <a:pt x="111" y="201"/>
                  </a:lnTo>
                  <a:lnTo>
                    <a:pt x="164" y="253"/>
                  </a:lnTo>
                  <a:lnTo>
                    <a:pt x="306" y="111"/>
                  </a:lnTo>
                  <a:lnTo>
                    <a:pt x="309" y="109"/>
                  </a:lnTo>
                  <a:lnTo>
                    <a:pt x="314" y="108"/>
                  </a:lnTo>
                  <a:lnTo>
                    <a:pt x="318" y="109"/>
                  </a:lnTo>
                  <a:lnTo>
                    <a:pt x="323" y="111"/>
                  </a:lnTo>
                  <a:lnTo>
                    <a:pt x="325" y="114"/>
                  </a:lnTo>
                  <a:lnTo>
                    <a:pt x="326" y="119"/>
                  </a:lnTo>
                  <a:lnTo>
                    <a:pt x="325" y="124"/>
                  </a:lnTo>
                  <a:lnTo>
                    <a:pt x="323" y="127"/>
                  </a:lnTo>
                  <a:close/>
                  <a:moveTo>
                    <a:pt x="323" y="414"/>
                  </a:moveTo>
                  <a:lnTo>
                    <a:pt x="171" y="565"/>
                  </a:lnTo>
                  <a:lnTo>
                    <a:pt x="168" y="568"/>
                  </a:lnTo>
                  <a:lnTo>
                    <a:pt x="164" y="569"/>
                  </a:lnTo>
                  <a:lnTo>
                    <a:pt x="158" y="568"/>
                  </a:lnTo>
                  <a:lnTo>
                    <a:pt x="155" y="565"/>
                  </a:lnTo>
                  <a:lnTo>
                    <a:pt x="94" y="505"/>
                  </a:lnTo>
                  <a:lnTo>
                    <a:pt x="92" y="502"/>
                  </a:lnTo>
                  <a:lnTo>
                    <a:pt x="91" y="497"/>
                  </a:lnTo>
                  <a:lnTo>
                    <a:pt x="92" y="493"/>
                  </a:lnTo>
                  <a:lnTo>
                    <a:pt x="94" y="488"/>
                  </a:lnTo>
                  <a:lnTo>
                    <a:pt x="98" y="486"/>
                  </a:lnTo>
                  <a:lnTo>
                    <a:pt x="103" y="485"/>
                  </a:lnTo>
                  <a:lnTo>
                    <a:pt x="107" y="486"/>
                  </a:lnTo>
                  <a:lnTo>
                    <a:pt x="111" y="488"/>
                  </a:lnTo>
                  <a:lnTo>
                    <a:pt x="164" y="540"/>
                  </a:lnTo>
                  <a:lnTo>
                    <a:pt x="306" y="397"/>
                  </a:lnTo>
                  <a:lnTo>
                    <a:pt x="309" y="395"/>
                  </a:lnTo>
                  <a:lnTo>
                    <a:pt x="314" y="394"/>
                  </a:lnTo>
                  <a:lnTo>
                    <a:pt x="318" y="395"/>
                  </a:lnTo>
                  <a:lnTo>
                    <a:pt x="323" y="398"/>
                  </a:lnTo>
                  <a:lnTo>
                    <a:pt x="325" y="401"/>
                  </a:lnTo>
                  <a:lnTo>
                    <a:pt x="326" y="406"/>
                  </a:lnTo>
                  <a:lnTo>
                    <a:pt x="325" y="410"/>
                  </a:lnTo>
                  <a:lnTo>
                    <a:pt x="323" y="414"/>
                  </a:lnTo>
                  <a:close/>
                  <a:moveTo>
                    <a:pt x="707" y="0"/>
                  </a:moveTo>
                  <a:lnTo>
                    <a:pt x="12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1" y="8"/>
                  </a:lnTo>
                  <a:lnTo>
                    <a:pt x="0" y="13"/>
                  </a:lnTo>
                  <a:lnTo>
                    <a:pt x="0" y="707"/>
                  </a:lnTo>
                  <a:lnTo>
                    <a:pt x="1" y="713"/>
                  </a:lnTo>
                  <a:lnTo>
                    <a:pt x="3" y="716"/>
                  </a:lnTo>
                  <a:lnTo>
                    <a:pt x="8" y="719"/>
                  </a:lnTo>
                  <a:lnTo>
                    <a:pt x="12" y="719"/>
                  </a:lnTo>
                  <a:lnTo>
                    <a:pt x="707" y="719"/>
                  </a:lnTo>
                  <a:lnTo>
                    <a:pt x="711" y="719"/>
                  </a:lnTo>
                  <a:lnTo>
                    <a:pt x="716" y="716"/>
                  </a:lnTo>
                  <a:lnTo>
                    <a:pt x="718" y="713"/>
                  </a:lnTo>
                  <a:lnTo>
                    <a:pt x="719" y="707"/>
                  </a:lnTo>
                  <a:lnTo>
                    <a:pt x="719" y="13"/>
                  </a:lnTo>
                  <a:lnTo>
                    <a:pt x="718" y="8"/>
                  </a:lnTo>
                  <a:lnTo>
                    <a:pt x="716" y="5"/>
                  </a:lnTo>
                  <a:lnTo>
                    <a:pt x="711" y="2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MX" dirty="0"/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F241DFC9-68D3-813E-9B72-B09A5FD7A727}"/>
              </a:ext>
            </a:extLst>
          </p:cNvPr>
          <p:cNvGrpSpPr/>
          <p:nvPr/>
        </p:nvGrpSpPr>
        <p:grpSpPr>
          <a:xfrm>
            <a:off x="7552651" y="2576059"/>
            <a:ext cx="4079771" cy="939800"/>
            <a:chOff x="3616325" y="3302937"/>
            <a:chExt cx="4079771" cy="939800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D4D7D4B6-62C2-45AB-89A5-3A41DA021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035321" y="3429000"/>
              <a:ext cx="3660775" cy="740997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s-MX" sz="1600" dirty="0"/>
                <a:t>PROPONER</a:t>
              </a:r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83902602-D4BC-4D44-AC14-BB55A86C5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16325" y="3302937"/>
              <a:ext cx="939800" cy="9398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dirty="0"/>
            </a:p>
          </p:txBody>
        </p:sp>
        <p:grpSp>
          <p:nvGrpSpPr>
            <p:cNvPr id="39" name="Grupo 38" descr="Icono de engranajes ">
              <a:extLst>
                <a:ext uri="{FF2B5EF4-FFF2-40B4-BE49-F238E27FC236}">
                  <a16:creationId xmlns:a16="http://schemas.microsoft.com/office/drawing/2014/main" id="{5BC0E3F0-447D-4721-AB1F-C8243BA36671}"/>
                </a:ext>
              </a:extLst>
            </p:cNvPr>
            <p:cNvGrpSpPr/>
            <p:nvPr/>
          </p:nvGrpSpPr>
          <p:grpSpPr>
            <a:xfrm>
              <a:off x="3914306" y="3600918"/>
              <a:ext cx="343837" cy="343837"/>
              <a:chOff x="7613650" y="1387475"/>
              <a:chExt cx="284163" cy="284163"/>
            </a:xfrm>
            <a:solidFill>
              <a:schemeClr val="bg1"/>
            </a:solidFill>
          </p:grpSpPr>
          <p:sp>
            <p:nvSpPr>
              <p:cNvPr id="40" name="Forma libre 4359">
                <a:extLst>
                  <a:ext uri="{FF2B5EF4-FFF2-40B4-BE49-F238E27FC236}">
                    <a16:creationId xmlns:a16="http://schemas.microsoft.com/office/drawing/2014/main" id="{351831F3-9830-4A23-8B34-11A3FCCA02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613650" y="1471613"/>
                <a:ext cx="200025" cy="200025"/>
              </a:xfrm>
              <a:custGeom>
                <a:avLst/>
                <a:gdLst>
                  <a:gd name="T0" fmla="*/ 276 w 629"/>
                  <a:gd name="T1" fmla="*/ 436 h 629"/>
                  <a:gd name="T2" fmla="*/ 233 w 629"/>
                  <a:gd name="T3" fmla="*/ 411 h 629"/>
                  <a:gd name="T4" fmla="*/ 202 w 629"/>
                  <a:gd name="T5" fmla="*/ 374 h 629"/>
                  <a:gd name="T6" fmla="*/ 187 w 629"/>
                  <a:gd name="T7" fmla="*/ 325 h 629"/>
                  <a:gd name="T8" fmla="*/ 192 w 629"/>
                  <a:gd name="T9" fmla="*/ 274 h 629"/>
                  <a:gd name="T10" fmla="*/ 216 w 629"/>
                  <a:gd name="T11" fmla="*/ 231 h 629"/>
                  <a:gd name="T12" fmla="*/ 253 w 629"/>
                  <a:gd name="T13" fmla="*/ 199 h 629"/>
                  <a:gd name="T14" fmla="*/ 301 w 629"/>
                  <a:gd name="T15" fmla="*/ 184 h 629"/>
                  <a:gd name="T16" fmla="*/ 352 w 629"/>
                  <a:gd name="T17" fmla="*/ 190 h 629"/>
                  <a:gd name="T18" fmla="*/ 395 w 629"/>
                  <a:gd name="T19" fmla="*/ 213 h 629"/>
                  <a:gd name="T20" fmla="*/ 426 w 629"/>
                  <a:gd name="T21" fmla="*/ 252 h 629"/>
                  <a:gd name="T22" fmla="*/ 441 w 629"/>
                  <a:gd name="T23" fmla="*/ 300 h 629"/>
                  <a:gd name="T24" fmla="*/ 436 w 629"/>
                  <a:gd name="T25" fmla="*/ 350 h 629"/>
                  <a:gd name="T26" fmla="*/ 413 w 629"/>
                  <a:gd name="T27" fmla="*/ 394 h 629"/>
                  <a:gd name="T28" fmla="*/ 375 w 629"/>
                  <a:gd name="T29" fmla="*/ 425 h 629"/>
                  <a:gd name="T30" fmla="*/ 327 w 629"/>
                  <a:gd name="T31" fmla="*/ 440 h 629"/>
                  <a:gd name="T32" fmla="*/ 572 w 629"/>
                  <a:gd name="T33" fmla="*/ 346 h 629"/>
                  <a:gd name="T34" fmla="*/ 574 w 629"/>
                  <a:gd name="T35" fmla="*/ 302 h 629"/>
                  <a:gd name="T36" fmla="*/ 620 w 629"/>
                  <a:gd name="T37" fmla="*/ 241 h 629"/>
                  <a:gd name="T38" fmla="*/ 628 w 629"/>
                  <a:gd name="T39" fmla="*/ 231 h 629"/>
                  <a:gd name="T40" fmla="*/ 625 w 629"/>
                  <a:gd name="T41" fmla="*/ 219 h 629"/>
                  <a:gd name="T42" fmla="*/ 544 w 629"/>
                  <a:gd name="T43" fmla="*/ 84 h 629"/>
                  <a:gd name="T44" fmla="*/ 532 w 629"/>
                  <a:gd name="T45" fmla="*/ 83 h 629"/>
                  <a:gd name="T46" fmla="*/ 447 w 629"/>
                  <a:gd name="T47" fmla="*/ 88 h 629"/>
                  <a:gd name="T48" fmla="*/ 407 w 629"/>
                  <a:gd name="T49" fmla="*/ 69 h 629"/>
                  <a:gd name="T50" fmla="*/ 404 w 629"/>
                  <a:gd name="T51" fmla="*/ 7 h 629"/>
                  <a:gd name="T52" fmla="*/ 395 w 629"/>
                  <a:gd name="T53" fmla="*/ 0 h 629"/>
                  <a:gd name="T54" fmla="*/ 235 w 629"/>
                  <a:gd name="T55" fmla="*/ 1 h 629"/>
                  <a:gd name="T56" fmla="*/ 227 w 629"/>
                  <a:gd name="T57" fmla="*/ 10 h 629"/>
                  <a:gd name="T58" fmla="*/ 216 w 629"/>
                  <a:gd name="T59" fmla="*/ 72 h 629"/>
                  <a:gd name="T60" fmla="*/ 177 w 629"/>
                  <a:gd name="T61" fmla="*/ 91 h 629"/>
                  <a:gd name="T62" fmla="*/ 98 w 629"/>
                  <a:gd name="T63" fmla="*/ 84 h 629"/>
                  <a:gd name="T64" fmla="*/ 87 w 629"/>
                  <a:gd name="T65" fmla="*/ 83 h 629"/>
                  <a:gd name="T66" fmla="*/ 78 w 629"/>
                  <a:gd name="T67" fmla="*/ 90 h 629"/>
                  <a:gd name="T68" fmla="*/ 1 w 629"/>
                  <a:gd name="T69" fmla="*/ 228 h 629"/>
                  <a:gd name="T70" fmla="*/ 57 w 629"/>
                  <a:gd name="T71" fmla="*/ 269 h 629"/>
                  <a:gd name="T72" fmla="*/ 54 w 629"/>
                  <a:gd name="T73" fmla="*/ 313 h 629"/>
                  <a:gd name="T74" fmla="*/ 57 w 629"/>
                  <a:gd name="T75" fmla="*/ 355 h 629"/>
                  <a:gd name="T76" fmla="*/ 2 w 629"/>
                  <a:gd name="T77" fmla="*/ 391 h 629"/>
                  <a:gd name="T78" fmla="*/ 1 w 629"/>
                  <a:gd name="T79" fmla="*/ 402 h 629"/>
                  <a:gd name="T80" fmla="*/ 86 w 629"/>
                  <a:gd name="T81" fmla="*/ 543 h 629"/>
                  <a:gd name="T82" fmla="*/ 98 w 629"/>
                  <a:gd name="T83" fmla="*/ 542 h 629"/>
                  <a:gd name="T84" fmla="*/ 177 w 629"/>
                  <a:gd name="T85" fmla="*/ 533 h 629"/>
                  <a:gd name="T86" fmla="*/ 216 w 629"/>
                  <a:gd name="T87" fmla="*/ 552 h 629"/>
                  <a:gd name="T88" fmla="*/ 227 w 629"/>
                  <a:gd name="T89" fmla="*/ 620 h 629"/>
                  <a:gd name="T90" fmla="*/ 235 w 629"/>
                  <a:gd name="T91" fmla="*/ 628 h 629"/>
                  <a:gd name="T92" fmla="*/ 395 w 629"/>
                  <a:gd name="T93" fmla="*/ 629 h 629"/>
                  <a:gd name="T94" fmla="*/ 404 w 629"/>
                  <a:gd name="T95" fmla="*/ 623 h 629"/>
                  <a:gd name="T96" fmla="*/ 407 w 629"/>
                  <a:gd name="T97" fmla="*/ 556 h 629"/>
                  <a:gd name="T98" fmla="*/ 447 w 629"/>
                  <a:gd name="T99" fmla="*/ 538 h 629"/>
                  <a:gd name="T100" fmla="*/ 533 w 629"/>
                  <a:gd name="T101" fmla="*/ 543 h 629"/>
                  <a:gd name="T102" fmla="*/ 545 w 629"/>
                  <a:gd name="T103" fmla="*/ 543 h 629"/>
                  <a:gd name="T104" fmla="*/ 627 w 629"/>
                  <a:gd name="T105" fmla="*/ 405 h 629"/>
                  <a:gd name="T106" fmla="*/ 628 w 629"/>
                  <a:gd name="T107" fmla="*/ 394 h 629"/>
                  <a:gd name="T108" fmla="*/ 621 w 629"/>
                  <a:gd name="T109" fmla="*/ 385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29" h="629">
                    <a:moveTo>
                      <a:pt x="314" y="441"/>
                    </a:moveTo>
                    <a:lnTo>
                      <a:pt x="301" y="440"/>
                    </a:lnTo>
                    <a:lnTo>
                      <a:pt x="288" y="439"/>
                    </a:lnTo>
                    <a:lnTo>
                      <a:pt x="276" y="436"/>
                    </a:lnTo>
                    <a:lnTo>
                      <a:pt x="264" y="430"/>
                    </a:lnTo>
                    <a:lnTo>
                      <a:pt x="253" y="425"/>
                    </a:lnTo>
                    <a:lnTo>
                      <a:pt x="242" y="418"/>
                    </a:lnTo>
                    <a:lnTo>
                      <a:pt x="233" y="411"/>
                    </a:lnTo>
                    <a:lnTo>
                      <a:pt x="223" y="404"/>
                    </a:lnTo>
                    <a:lnTo>
                      <a:pt x="216" y="394"/>
                    </a:lnTo>
                    <a:lnTo>
                      <a:pt x="208" y="384"/>
                    </a:lnTo>
                    <a:lnTo>
                      <a:pt x="202" y="374"/>
                    </a:lnTo>
                    <a:lnTo>
                      <a:pt x="196" y="362"/>
                    </a:lnTo>
                    <a:lnTo>
                      <a:pt x="192" y="350"/>
                    </a:lnTo>
                    <a:lnTo>
                      <a:pt x="189" y="338"/>
                    </a:lnTo>
                    <a:lnTo>
                      <a:pt x="187" y="325"/>
                    </a:lnTo>
                    <a:lnTo>
                      <a:pt x="186" y="313"/>
                    </a:lnTo>
                    <a:lnTo>
                      <a:pt x="187" y="300"/>
                    </a:lnTo>
                    <a:lnTo>
                      <a:pt x="189" y="287"/>
                    </a:lnTo>
                    <a:lnTo>
                      <a:pt x="192" y="274"/>
                    </a:lnTo>
                    <a:lnTo>
                      <a:pt x="196" y="262"/>
                    </a:lnTo>
                    <a:lnTo>
                      <a:pt x="202" y="252"/>
                    </a:lnTo>
                    <a:lnTo>
                      <a:pt x="208" y="241"/>
                    </a:lnTo>
                    <a:lnTo>
                      <a:pt x="216" y="231"/>
                    </a:lnTo>
                    <a:lnTo>
                      <a:pt x="223" y="222"/>
                    </a:lnTo>
                    <a:lnTo>
                      <a:pt x="233" y="213"/>
                    </a:lnTo>
                    <a:lnTo>
                      <a:pt x="242" y="206"/>
                    </a:lnTo>
                    <a:lnTo>
                      <a:pt x="253" y="199"/>
                    </a:lnTo>
                    <a:lnTo>
                      <a:pt x="264" y="194"/>
                    </a:lnTo>
                    <a:lnTo>
                      <a:pt x="276" y="190"/>
                    </a:lnTo>
                    <a:lnTo>
                      <a:pt x="288" y="186"/>
                    </a:lnTo>
                    <a:lnTo>
                      <a:pt x="301" y="184"/>
                    </a:lnTo>
                    <a:lnTo>
                      <a:pt x="314" y="184"/>
                    </a:lnTo>
                    <a:lnTo>
                      <a:pt x="327" y="184"/>
                    </a:lnTo>
                    <a:lnTo>
                      <a:pt x="340" y="186"/>
                    </a:lnTo>
                    <a:lnTo>
                      <a:pt x="352" y="190"/>
                    </a:lnTo>
                    <a:lnTo>
                      <a:pt x="363" y="194"/>
                    </a:lnTo>
                    <a:lnTo>
                      <a:pt x="375" y="199"/>
                    </a:lnTo>
                    <a:lnTo>
                      <a:pt x="386" y="206"/>
                    </a:lnTo>
                    <a:lnTo>
                      <a:pt x="395" y="213"/>
                    </a:lnTo>
                    <a:lnTo>
                      <a:pt x="404" y="222"/>
                    </a:lnTo>
                    <a:lnTo>
                      <a:pt x="413" y="231"/>
                    </a:lnTo>
                    <a:lnTo>
                      <a:pt x="420" y="241"/>
                    </a:lnTo>
                    <a:lnTo>
                      <a:pt x="426" y="252"/>
                    </a:lnTo>
                    <a:lnTo>
                      <a:pt x="432" y="262"/>
                    </a:lnTo>
                    <a:lnTo>
                      <a:pt x="436" y="274"/>
                    </a:lnTo>
                    <a:lnTo>
                      <a:pt x="439" y="287"/>
                    </a:lnTo>
                    <a:lnTo>
                      <a:pt x="441" y="300"/>
                    </a:lnTo>
                    <a:lnTo>
                      <a:pt x="443" y="313"/>
                    </a:lnTo>
                    <a:lnTo>
                      <a:pt x="441" y="325"/>
                    </a:lnTo>
                    <a:lnTo>
                      <a:pt x="439" y="338"/>
                    </a:lnTo>
                    <a:lnTo>
                      <a:pt x="436" y="350"/>
                    </a:lnTo>
                    <a:lnTo>
                      <a:pt x="432" y="362"/>
                    </a:lnTo>
                    <a:lnTo>
                      <a:pt x="426" y="374"/>
                    </a:lnTo>
                    <a:lnTo>
                      <a:pt x="420" y="384"/>
                    </a:lnTo>
                    <a:lnTo>
                      <a:pt x="413" y="394"/>
                    </a:lnTo>
                    <a:lnTo>
                      <a:pt x="404" y="404"/>
                    </a:lnTo>
                    <a:lnTo>
                      <a:pt x="395" y="411"/>
                    </a:lnTo>
                    <a:lnTo>
                      <a:pt x="386" y="418"/>
                    </a:lnTo>
                    <a:lnTo>
                      <a:pt x="375" y="425"/>
                    </a:lnTo>
                    <a:lnTo>
                      <a:pt x="363" y="430"/>
                    </a:lnTo>
                    <a:lnTo>
                      <a:pt x="352" y="436"/>
                    </a:lnTo>
                    <a:lnTo>
                      <a:pt x="340" y="439"/>
                    </a:lnTo>
                    <a:lnTo>
                      <a:pt x="327" y="440"/>
                    </a:lnTo>
                    <a:lnTo>
                      <a:pt x="314" y="441"/>
                    </a:lnTo>
                    <a:close/>
                    <a:moveTo>
                      <a:pt x="621" y="385"/>
                    </a:moveTo>
                    <a:lnTo>
                      <a:pt x="571" y="355"/>
                    </a:lnTo>
                    <a:lnTo>
                      <a:pt x="572" y="346"/>
                    </a:lnTo>
                    <a:lnTo>
                      <a:pt x="573" y="335"/>
                    </a:lnTo>
                    <a:lnTo>
                      <a:pt x="574" y="323"/>
                    </a:lnTo>
                    <a:lnTo>
                      <a:pt x="574" y="313"/>
                    </a:lnTo>
                    <a:lnTo>
                      <a:pt x="574" y="302"/>
                    </a:lnTo>
                    <a:lnTo>
                      <a:pt x="573" y="291"/>
                    </a:lnTo>
                    <a:lnTo>
                      <a:pt x="572" y="280"/>
                    </a:lnTo>
                    <a:lnTo>
                      <a:pt x="570" y="269"/>
                    </a:lnTo>
                    <a:lnTo>
                      <a:pt x="620" y="241"/>
                    </a:lnTo>
                    <a:lnTo>
                      <a:pt x="623" y="239"/>
                    </a:lnTo>
                    <a:lnTo>
                      <a:pt x="624" y="237"/>
                    </a:lnTo>
                    <a:lnTo>
                      <a:pt x="627" y="234"/>
                    </a:lnTo>
                    <a:lnTo>
                      <a:pt x="628" y="231"/>
                    </a:lnTo>
                    <a:lnTo>
                      <a:pt x="628" y="228"/>
                    </a:lnTo>
                    <a:lnTo>
                      <a:pt x="628" y="226"/>
                    </a:lnTo>
                    <a:lnTo>
                      <a:pt x="628" y="223"/>
                    </a:lnTo>
                    <a:lnTo>
                      <a:pt x="625" y="219"/>
                    </a:lnTo>
                    <a:lnTo>
                      <a:pt x="551" y="90"/>
                    </a:lnTo>
                    <a:lnTo>
                      <a:pt x="548" y="87"/>
                    </a:lnTo>
                    <a:lnTo>
                      <a:pt x="546" y="85"/>
                    </a:lnTo>
                    <a:lnTo>
                      <a:pt x="544" y="84"/>
                    </a:lnTo>
                    <a:lnTo>
                      <a:pt x="541" y="83"/>
                    </a:lnTo>
                    <a:lnTo>
                      <a:pt x="539" y="81"/>
                    </a:lnTo>
                    <a:lnTo>
                      <a:pt x="536" y="81"/>
                    </a:lnTo>
                    <a:lnTo>
                      <a:pt x="532" y="83"/>
                    </a:lnTo>
                    <a:lnTo>
                      <a:pt x="530" y="84"/>
                    </a:lnTo>
                    <a:lnTo>
                      <a:pt x="481" y="113"/>
                    </a:lnTo>
                    <a:lnTo>
                      <a:pt x="465" y="99"/>
                    </a:lnTo>
                    <a:lnTo>
                      <a:pt x="447" y="88"/>
                    </a:lnTo>
                    <a:lnTo>
                      <a:pt x="438" y="83"/>
                    </a:lnTo>
                    <a:lnTo>
                      <a:pt x="429" y="77"/>
                    </a:lnTo>
                    <a:lnTo>
                      <a:pt x="418" y="73"/>
                    </a:lnTo>
                    <a:lnTo>
                      <a:pt x="407" y="69"/>
                    </a:lnTo>
                    <a:lnTo>
                      <a:pt x="407" y="15"/>
                    </a:lnTo>
                    <a:lnTo>
                      <a:pt x="407" y="12"/>
                    </a:lnTo>
                    <a:lnTo>
                      <a:pt x="406" y="10"/>
                    </a:lnTo>
                    <a:lnTo>
                      <a:pt x="404" y="7"/>
                    </a:lnTo>
                    <a:lnTo>
                      <a:pt x="403" y="4"/>
                    </a:lnTo>
                    <a:lnTo>
                      <a:pt x="401" y="2"/>
                    </a:lnTo>
                    <a:lnTo>
                      <a:pt x="398" y="1"/>
                    </a:lnTo>
                    <a:lnTo>
                      <a:pt x="395" y="0"/>
                    </a:lnTo>
                    <a:lnTo>
                      <a:pt x="392" y="0"/>
                    </a:lnTo>
                    <a:lnTo>
                      <a:pt x="241" y="0"/>
                    </a:lnTo>
                    <a:lnTo>
                      <a:pt x="238" y="0"/>
                    </a:lnTo>
                    <a:lnTo>
                      <a:pt x="235" y="1"/>
                    </a:lnTo>
                    <a:lnTo>
                      <a:pt x="233" y="2"/>
                    </a:lnTo>
                    <a:lnTo>
                      <a:pt x="231" y="4"/>
                    </a:lnTo>
                    <a:lnTo>
                      <a:pt x="229" y="7"/>
                    </a:lnTo>
                    <a:lnTo>
                      <a:pt x="227" y="10"/>
                    </a:lnTo>
                    <a:lnTo>
                      <a:pt x="226" y="12"/>
                    </a:lnTo>
                    <a:lnTo>
                      <a:pt x="226" y="15"/>
                    </a:lnTo>
                    <a:lnTo>
                      <a:pt x="226" y="69"/>
                    </a:lnTo>
                    <a:lnTo>
                      <a:pt x="216" y="72"/>
                    </a:lnTo>
                    <a:lnTo>
                      <a:pt x="206" y="76"/>
                    </a:lnTo>
                    <a:lnTo>
                      <a:pt x="196" y="80"/>
                    </a:lnTo>
                    <a:lnTo>
                      <a:pt x="187" y="86"/>
                    </a:lnTo>
                    <a:lnTo>
                      <a:pt x="177" y="91"/>
                    </a:lnTo>
                    <a:lnTo>
                      <a:pt x="168" y="98"/>
                    </a:lnTo>
                    <a:lnTo>
                      <a:pt x="159" y="105"/>
                    </a:lnTo>
                    <a:lnTo>
                      <a:pt x="149" y="113"/>
                    </a:lnTo>
                    <a:lnTo>
                      <a:pt x="98" y="84"/>
                    </a:lnTo>
                    <a:lnTo>
                      <a:pt x="96" y="83"/>
                    </a:lnTo>
                    <a:lnTo>
                      <a:pt x="93" y="81"/>
                    </a:lnTo>
                    <a:lnTo>
                      <a:pt x="90" y="81"/>
                    </a:lnTo>
                    <a:lnTo>
                      <a:pt x="87" y="83"/>
                    </a:lnTo>
                    <a:lnTo>
                      <a:pt x="84" y="84"/>
                    </a:lnTo>
                    <a:lnTo>
                      <a:pt x="82" y="85"/>
                    </a:lnTo>
                    <a:lnTo>
                      <a:pt x="80" y="87"/>
                    </a:lnTo>
                    <a:lnTo>
                      <a:pt x="78" y="90"/>
                    </a:lnTo>
                    <a:lnTo>
                      <a:pt x="3" y="219"/>
                    </a:lnTo>
                    <a:lnTo>
                      <a:pt x="1" y="222"/>
                    </a:lnTo>
                    <a:lnTo>
                      <a:pt x="1" y="225"/>
                    </a:lnTo>
                    <a:lnTo>
                      <a:pt x="1" y="228"/>
                    </a:lnTo>
                    <a:lnTo>
                      <a:pt x="1" y="230"/>
                    </a:lnTo>
                    <a:lnTo>
                      <a:pt x="4" y="236"/>
                    </a:lnTo>
                    <a:lnTo>
                      <a:pt x="8" y="241"/>
                    </a:lnTo>
                    <a:lnTo>
                      <a:pt x="57" y="269"/>
                    </a:lnTo>
                    <a:lnTo>
                      <a:pt x="56" y="280"/>
                    </a:lnTo>
                    <a:lnTo>
                      <a:pt x="55" y="291"/>
                    </a:lnTo>
                    <a:lnTo>
                      <a:pt x="54" y="302"/>
                    </a:lnTo>
                    <a:lnTo>
                      <a:pt x="54" y="313"/>
                    </a:lnTo>
                    <a:lnTo>
                      <a:pt x="54" y="323"/>
                    </a:lnTo>
                    <a:lnTo>
                      <a:pt x="55" y="335"/>
                    </a:lnTo>
                    <a:lnTo>
                      <a:pt x="56" y="346"/>
                    </a:lnTo>
                    <a:lnTo>
                      <a:pt x="57" y="355"/>
                    </a:lnTo>
                    <a:lnTo>
                      <a:pt x="7" y="385"/>
                    </a:lnTo>
                    <a:lnTo>
                      <a:pt x="5" y="387"/>
                    </a:lnTo>
                    <a:lnTo>
                      <a:pt x="3" y="389"/>
                    </a:lnTo>
                    <a:lnTo>
                      <a:pt x="2" y="391"/>
                    </a:lnTo>
                    <a:lnTo>
                      <a:pt x="1" y="394"/>
                    </a:lnTo>
                    <a:lnTo>
                      <a:pt x="0" y="396"/>
                    </a:lnTo>
                    <a:lnTo>
                      <a:pt x="1" y="399"/>
                    </a:lnTo>
                    <a:lnTo>
                      <a:pt x="1" y="402"/>
                    </a:lnTo>
                    <a:lnTo>
                      <a:pt x="2" y="405"/>
                    </a:lnTo>
                    <a:lnTo>
                      <a:pt x="78" y="536"/>
                    </a:lnTo>
                    <a:lnTo>
                      <a:pt x="81" y="540"/>
                    </a:lnTo>
                    <a:lnTo>
                      <a:pt x="86" y="543"/>
                    </a:lnTo>
                    <a:lnTo>
                      <a:pt x="89" y="544"/>
                    </a:lnTo>
                    <a:lnTo>
                      <a:pt x="93" y="544"/>
                    </a:lnTo>
                    <a:lnTo>
                      <a:pt x="95" y="543"/>
                    </a:lnTo>
                    <a:lnTo>
                      <a:pt x="98" y="542"/>
                    </a:lnTo>
                    <a:lnTo>
                      <a:pt x="149" y="513"/>
                    </a:lnTo>
                    <a:lnTo>
                      <a:pt x="159" y="520"/>
                    </a:lnTo>
                    <a:lnTo>
                      <a:pt x="168" y="527"/>
                    </a:lnTo>
                    <a:lnTo>
                      <a:pt x="177" y="533"/>
                    </a:lnTo>
                    <a:lnTo>
                      <a:pt x="187" y="539"/>
                    </a:lnTo>
                    <a:lnTo>
                      <a:pt x="196" y="544"/>
                    </a:lnTo>
                    <a:lnTo>
                      <a:pt x="206" y="549"/>
                    </a:lnTo>
                    <a:lnTo>
                      <a:pt x="216" y="552"/>
                    </a:lnTo>
                    <a:lnTo>
                      <a:pt x="226" y="556"/>
                    </a:lnTo>
                    <a:lnTo>
                      <a:pt x="226" y="614"/>
                    </a:lnTo>
                    <a:lnTo>
                      <a:pt x="226" y="617"/>
                    </a:lnTo>
                    <a:lnTo>
                      <a:pt x="227" y="620"/>
                    </a:lnTo>
                    <a:lnTo>
                      <a:pt x="229" y="623"/>
                    </a:lnTo>
                    <a:lnTo>
                      <a:pt x="231" y="625"/>
                    </a:lnTo>
                    <a:lnTo>
                      <a:pt x="233" y="627"/>
                    </a:lnTo>
                    <a:lnTo>
                      <a:pt x="235" y="628"/>
                    </a:lnTo>
                    <a:lnTo>
                      <a:pt x="238" y="629"/>
                    </a:lnTo>
                    <a:lnTo>
                      <a:pt x="241" y="629"/>
                    </a:lnTo>
                    <a:lnTo>
                      <a:pt x="392" y="629"/>
                    </a:lnTo>
                    <a:lnTo>
                      <a:pt x="395" y="629"/>
                    </a:lnTo>
                    <a:lnTo>
                      <a:pt x="398" y="628"/>
                    </a:lnTo>
                    <a:lnTo>
                      <a:pt x="401" y="627"/>
                    </a:lnTo>
                    <a:lnTo>
                      <a:pt x="403" y="625"/>
                    </a:lnTo>
                    <a:lnTo>
                      <a:pt x="404" y="623"/>
                    </a:lnTo>
                    <a:lnTo>
                      <a:pt x="406" y="620"/>
                    </a:lnTo>
                    <a:lnTo>
                      <a:pt x="407" y="617"/>
                    </a:lnTo>
                    <a:lnTo>
                      <a:pt x="407" y="614"/>
                    </a:lnTo>
                    <a:lnTo>
                      <a:pt x="407" y="556"/>
                    </a:lnTo>
                    <a:lnTo>
                      <a:pt x="418" y="552"/>
                    </a:lnTo>
                    <a:lnTo>
                      <a:pt x="429" y="548"/>
                    </a:lnTo>
                    <a:lnTo>
                      <a:pt x="438" y="544"/>
                    </a:lnTo>
                    <a:lnTo>
                      <a:pt x="447" y="538"/>
                    </a:lnTo>
                    <a:lnTo>
                      <a:pt x="465" y="527"/>
                    </a:lnTo>
                    <a:lnTo>
                      <a:pt x="481" y="513"/>
                    </a:lnTo>
                    <a:lnTo>
                      <a:pt x="530" y="542"/>
                    </a:lnTo>
                    <a:lnTo>
                      <a:pt x="533" y="543"/>
                    </a:lnTo>
                    <a:lnTo>
                      <a:pt x="537" y="544"/>
                    </a:lnTo>
                    <a:lnTo>
                      <a:pt x="539" y="544"/>
                    </a:lnTo>
                    <a:lnTo>
                      <a:pt x="542" y="543"/>
                    </a:lnTo>
                    <a:lnTo>
                      <a:pt x="545" y="543"/>
                    </a:lnTo>
                    <a:lnTo>
                      <a:pt x="547" y="540"/>
                    </a:lnTo>
                    <a:lnTo>
                      <a:pt x="550" y="539"/>
                    </a:lnTo>
                    <a:lnTo>
                      <a:pt x="552" y="536"/>
                    </a:lnTo>
                    <a:lnTo>
                      <a:pt x="627" y="405"/>
                    </a:lnTo>
                    <a:lnTo>
                      <a:pt x="628" y="402"/>
                    </a:lnTo>
                    <a:lnTo>
                      <a:pt x="628" y="399"/>
                    </a:lnTo>
                    <a:lnTo>
                      <a:pt x="629" y="396"/>
                    </a:lnTo>
                    <a:lnTo>
                      <a:pt x="628" y="394"/>
                    </a:lnTo>
                    <a:lnTo>
                      <a:pt x="627" y="391"/>
                    </a:lnTo>
                    <a:lnTo>
                      <a:pt x="625" y="389"/>
                    </a:lnTo>
                    <a:lnTo>
                      <a:pt x="623" y="387"/>
                    </a:lnTo>
                    <a:lnTo>
                      <a:pt x="621" y="38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MX" dirty="0"/>
              </a:p>
            </p:txBody>
          </p:sp>
          <p:sp>
            <p:nvSpPr>
              <p:cNvPr id="41" name="Forma libre 4360">
                <a:extLst>
                  <a:ext uri="{FF2B5EF4-FFF2-40B4-BE49-F238E27FC236}">
                    <a16:creationId xmlns:a16="http://schemas.microsoft.com/office/drawing/2014/main" id="{CDB8F87B-81A2-480F-ADA8-BFB5FD890A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81925" y="1387475"/>
                <a:ext cx="115888" cy="117475"/>
              </a:xfrm>
              <a:custGeom>
                <a:avLst/>
                <a:gdLst>
                  <a:gd name="T0" fmla="*/ 160 w 362"/>
                  <a:gd name="T1" fmla="*/ 252 h 369"/>
                  <a:gd name="T2" fmla="*/ 135 w 362"/>
                  <a:gd name="T3" fmla="*/ 238 h 369"/>
                  <a:gd name="T4" fmla="*/ 118 w 362"/>
                  <a:gd name="T5" fmla="*/ 218 h 369"/>
                  <a:gd name="T6" fmla="*/ 109 w 362"/>
                  <a:gd name="T7" fmla="*/ 190 h 369"/>
                  <a:gd name="T8" fmla="*/ 113 w 362"/>
                  <a:gd name="T9" fmla="*/ 162 h 369"/>
                  <a:gd name="T10" fmla="*/ 125 w 362"/>
                  <a:gd name="T11" fmla="*/ 138 h 369"/>
                  <a:gd name="T12" fmla="*/ 147 w 362"/>
                  <a:gd name="T13" fmla="*/ 121 h 369"/>
                  <a:gd name="T14" fmla="*/ 174 w 362"/>
                  <a:gd name="T15" fmla="*/ 112 h 369"/>
                  <a:gd name="T16" fmla="*/ 202 w 362"/>
                  <a:gd name="T17" fmla="*/ 114 h 369"/>
                  <a:gd name="T18" fmla="*/ 226 w 362"/>
                  <a:gd name="T19" fmla="*/ 128 h 369"/>
                  <a:gd name="T20" fmla="*/ 244 w 362"/>
                  <a:gd name="T21" fmla="*/ 149 h 369"/>
                  <a:gd name="T22" fmla="*/ 252 w 362"/>
                  <a:gd name="T23" fmla="*/ 176 h 369"/>
                  <a:gd name="T24" fmla="*/ 250 w 362"/>
                  <a:gd name="T25" fmla="*/ 205 h 369"/>
                  <a:gd name="T26" fmla="*/ 236 w 362"/>
                  <a:gd name="T27" fmla="*/ 229 h 369"/>
                  <a:gd name="T28" fmla="*/ 215 w 362"/>
                  <a:gd name="T29" fmla="*/ 247 h 369"/>
                  <a:gd name="T30" fmla="*/ 189 w 362"/>
                  <a:gd name="T31" fmla="*/ 254 h 369"/>
                  <a:gd name="T32" fmla="*/ 328 w 362"/>
                  <a:gd name="T33" fmla="*/ 195 h 369"/>
                  <a:gd name="T34" fmla="*/ 354 w 362"/>
                  <a:gd name="T35" fmla="*/ 144 h 369"/>
                  <a:gd name="T36" fmla="*/ 361 w 362"/>
                  <a:gd name="T37" fmla="*/ 136 h 369"/>
                  <a:gd name="T38" fmla="*/ 360 w 362"/>
                  <a:gd name="T39" fmla="*/ 124 h 369"/>
                  <a:gd name="T40" fmla="*/ 316 w 362"/>
                  <a:gd name="T41" fmla="*/ 53 h 369"/>
                  <a:gd name="T42" fmla="*/ 304 w 362"/>
                  <a:gd name="T43" fmla="*/ 52 h 369"/>
                  <a:gd name="T44" fmla="*/ 256 w 362"/>
                  <a:gd name="T45" fmla="*/ 56 h 369"/>
                  <a:gd name="T46" fmla="*/ 236 w 362"/>
                  <a:gd name="T47" fmla="*/ 10 h 369"/>
                  <a:gd name="T48" fmla="*/ 229 w 362"/>
                  <a:gd name="T49" fmla="*/ 2 h 369"/>
                  <a:gd name="T50" fmla="*/ 146 w 362"/>
                  <a:gd name="T51" fmla="*/ 0 h 369"/>
                  <a:gd name="T52" fmla="*/ 135 w 362"/>
                  <a:gd name="T53" fmla="*/ 3 h 369"/>
                  <a:gd name="T54" fmla="*/ 131 w 362"/>
                  <a:gd name="T55" fmla="*/ 14 h 369"/>
                  <a:gd name="T56" fmla="*/ 99 w 362"/>
                  <a:gd name="T57" fmla="*/ 63 h 369"/>
                  <a:gd name="T58" fmla="*/ 55 w 362"/>
                  <a:gd name="T59" fmla="*/ 51 h 369"/>
                  <a:gd name="T60" fmla="*/ 44 w 362"/>
                  <a:gd name="T61" fmla="*/ 54 h 369"/>
                  <a:gd name="T62" fmla="*/ 1 w 362"/>
                  <a:gd name="T63" fmla="*/ 126 h 369"/>
                  <a:gd name="T64" fmla="*/ 2 w 362"/>
                  <a:gd name="T65" fmla="*/ 139 h 369"/>
                  <a:gd name="T66" fmla="*/ 36 w 362"/>
                  <a:gd name="T67" fmla="*/ 160 h 369"/>
                  <a:gd name="T68" fmla="*/ 36 w 362"/>
                  <a:gd name="T69" fmla="*/ 207 h 369"/>
                  <a:gd name="T70" fmla="*/ 1 w 362"/>
                  <a:gd name="T71" fmla="*/ 230 h 369"/>
                  <a:gd name="T72" fmla="*/ 1 w 362"/>
                  <a:gd name="T73" fmla="*/ 240 h 369"/>
                  <a:gd name="T74" fmla="*/ 44 w 362"/>
                  <a:gd name="T75" fmla="*/ 313 h 369"/>
                  <a:gd name="T76" fmla="*/ 60 w 362"/>
                  <a:gd name="T77" fmla="*/ 314 h 369"/>
                  <a:gd name="T78" fmla="*/ 120 w 362"/>
                  <a:gd name="T79" fmla="*/ 316 h 369"/>
                  <a:gd name="T80" fmla="*/ 132 w 362"/>
                  <a:gd name="T81" fmla="*/ 359 h 369"/>
                  <a:gd name="T82" fmla="*/ 140 w 362"/>
                  <a:gd name="T83" fmla="*/ 368 h 369"/>
                  <a:gd name="T84" fmla="*/ 225 w 362"/>
                  <a:gd name="T85" fmla="*/ 368 h 369"/>
                  <a:gd name="T86" fmla="*/ 233 w 362"/>
                  <a:gd name="T87" fmla="*/ 361 h 369"/>
                  <a:gd name="T88" fmla="*/ 237 w 362"/>
                  <a:gd name="T89" fmla="*/ 321 h 369"/>
                  <a:gd name="T90" fmla="*/ 274 w 362"/>
                  <a:gd name="T91" fmla="*/ 298 h 369"/>
                  <a:gd name="T92" fmla="*/ 310 w 362"/>
                  <a:gd name="T93" fmla="*/ 316 h 369"/>
                  <a:gd name="T94" fmla="*/ 360 w 362"/>
                  <a:gd name="T95" fmla="*/ 243 h 369"/>
                  <a:gd name="T96" fmla="*/ 362 w 362"/>
                  <a:gd name="T97" fmla="*/ 232 h 369"/>
                  <a:gd name="T98" fmla="*/ 354 w 362"/>
                  <a:gd name="T99" fmla="*/ 223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62" h="369">
                    <a:moveTo>
                      <a:pt x="181" y="255"/>
                    </a:moveTo>
                    <a:lnTo>
                      <a:pt x="174" y="254"/>
                    </a:lnTo>
                    <a:lnTo>
                      <a:pt x="166" y="253"/>
                    </a:lnTo>
                    <a:lnTo>
                      <a:pt x="160" y="252"/>
                    </a:lnTo>
                    <a:lnTo>
                      <a:pt x="153" y="249"/>
                    </a:lnTo>
                    <a:lnTo>
                      <a:pt x="147" y="247"/>
                    </a:lnTo>
                    <a:lnTo>
                      <a:pt x="141" y="243"/>
                    </a:lnTo>
                    <a:lnTo>
                      <a:pt x="135" y="238"/>
                    </a:lnTo>
                    <a:lnTo>
                      <a:pt x="131" y="234"/>
                    </a:lnTo>
                    <a:lnTo>
                      <a:pt x="125" y="229"/>
                    </a:lnTo>
                    <a:lnTo>
                      <a:pt x="122" y="223"/>
                    </a:lnTo>
                    <a:lnTo>
                      <a:pt x="118" y="218"/>
                    </a:lnTo>
                    <a:lnTo>
                      <a:pt x="115" y="212"/>
                    </a:lnTo>
                    <a:lnTo>
                      <a:pt x="113" y="205"/>
                    </a:lnTo>
                    <a:lnTo>
                      <a:pt x="110" y="198"/>
                    </a:lnTo>
                    <a:lnTo>
                      <a:pt x="109" y="190"/>
                    </a:lnTo>
                    <a:lnTo>
                      <a:pt x="109" y="183"/>
                    </a:lnTo>
                    <a:lnTo>
                      <a:pt x="109" y="176"/>
                    </a:lnTo>
                    <a:lnTo>
                      <a:pt x="110" y="169"/>
                    </a:lnTo>
                    <a:lnTo>
                      <a:pt x="113" y="162"/>
                    </a:lnTo>
                    <a:lnTo>
                      <a:pt x="115" y="156"/>
                    </a:lnTo>
                    <a:lnTo>
                      <a:pt x="118" y="149"/>
                    </a:lnTo>
                    <a:lnTo>
                      <a:pt x="122" y="143"/>
                    </a:lnTo>
                    <a:lnTo>
                      <a:pt x="125" y="138"/>
                    </a:lnTo>
                    <a:lnTo>
                      <a:pt x="131" y="132"/>
                    </a:lnTo>
                    <a:lnTo>
                      <a:pt x="135" y="128"/>
                    </a:lnTo>
                    <a:lnTo>
                      <a:pt x="141" y="124"/>
                    </a:lnTo>
                    <a:lnTo>
                      <a:pt x="147" y="121"/>
                    </a:lnTo>
                    <a:lnTo>
                      <a:pt x="153" y="117"/>
                    </a:lnTo>
                    <a:lnTo>
                      <a:pt x="160" y="114"/>
                    </a:lnTo>
                    <a:lnTo>
                      <a:pt x="166" y="113"/>
                    </a:lnTo>
                    <a:lnTo>
                      <a:pt x="174" y="112"/>
                    </a:lnTo>
                    <a:lnTo>
                      <a:pt x="181" y="111"/>
                    </a:lnTo>
                    <a:lnTo>
                      <a:pt x="189" y="112"/>
                    </a:lnTo>
                    <a:lnTo>
                      <a:pt x="195" y="113"/>
                    </a:lnTo>
                    <a:lnTo>
                      <a:pt x="202" y="114"/>
                    </a:lnTo>
                    <a:lnTo>
                      <a:pt x="209" y="117"/>
                    </a:lnTo>
                    <a:lnTo>
                      <a:pt x="215" y="121"/>
                    </a:lnTo>
                    <a:lnTo>
                      <a:pt x="221" y="124"/>
                    </a:lnTo>
                    <a:lnTo>
                      <a:pt x="226" y="128"/>
                    </a:lnTo>
                    <a:lnTo>
                      <a:pt x="231" y="132"/>
                    </a:lnTo>
                    <a:lnTo>
                      <a:pt x="236" y="138"/>
                    </a:lnTo>
                    <a:lnTo>
                      <a:pt x="240" y="143"/>
                    </a:lnTo>
                    <a:lnTo>
                      <a:pt x="244" y="149"/>
                    </a:lnTo>
                    <a:lnTo>
                      <a:pt x="247" y="156"/>
                    </a:lnTo>
                    <a:lnTo>
                      <a:pt x="250" y="162"/>
                    </a:lnTo>
                    <a:lnTo>
                      <a:pt x="251" y="169"/>
                    </a:lnTo>
                    <a:lnTo>
                      <a:pt x="252" y="176"/>
                    </a:lnTo>
                    <a:lnTo>
                      <a:pt x="253" y="183"/>
                    </a:lnTo>
                    <a:lnTo>
                      <a:pt x="252" y="190"/>
                    </a:lnTo>
                    <a:lnTo>
                      <a:pt x="251" y="198"/>
                    </a:lnTo>
                    <a:lnTo>
                      <a:pt x="250" y="205"/>
                    </a:lnTo>
                    <a:lnTo>
                      <a:pt x="247" y="212"/>
                    </a:lnTo>
                    <a:lnTo>
                      <a:pt x="244" y="218"/>
                    </a:lnTo>
                    <a:lnTo>
                      <a:pt x="240" y="223"/>
                    </a:lnTo>
                    <a:lnTo>
                      <a:pt x="236" y="229"/>
                    </a:lnTo>
                    <a:lnTo>
                      <a:pt x="231" y="234"/>
                    </a:lnTo>
                    <a:lnTo>
                      <a:pt x="226" y="238"/>
                    </a:lnTo>
                    <a:lnTo>
                      <a:pt x="221" y="243"/>
                    </a:lnTo>
                    <a:lnTo>
                      <a:pt x="215" y="247"/>
                    </a:lnTo>
                    <a:lnTo>
                      <a:pt x="209" y="249"/>
                    </a:lnTo>
                    <a:lnTo>
                      <a:pt x="202" y="252"/>
                    </a:lnTo>
                    <a:lnTo>
                      <a:pt x="195" y="253"/>
                    </a:lnTo>
                    <a:lnTo>
                      <a:pt x="189" y="254"/>
                    </a:lnTo>
                    <a:lnTo>
                      <a:pt x="181" y="255"/>
                    </a:lnTo>
                    <a:close/>
                    <a:moveTo>
                      <a:pt x="354" y="223"/>
                    </a:moveTo>
                    <a:lnTo>
                      <a:pt x="327" y="207"/>
                    </a:lnTo>
                    <a:lnTo>
                      <a:pt x="328" y="195"/>
                    </a:lnTo>
                    <a:lnTo>
                      <a:pt x="328" y="183"/>
                    </a:lnTo>
                    <a:lnTo>
                      <a:pt x="328" y="172"/>
                    </a:lnTo>
                    <a:lnTo>
                      <a:pt x="327" y="160"/>
                    </a:lnTo>
                    <a:lnTo>
                      <a:pt x="354" y="144"/>
                    </a:lnTo>
                    <a:lnTo>
                      <a:pt x="357" y="143"/>
                    </a:lnTo>
                    <a:lnTo>
                      <a:pt x="359" y="141"/>
                    </a:lnTo>
                    <a:lnTo>
                      <a:pt x="360" y="139"/>
                    </a:lnTo>
                    <a:lnTo>
                      <a:pt x="361" y="136"/>
                    </a:lnTo>
                    <a:lnTo>
                      <a:pt x="362" y="132"/>
                    </a:lnTo>
                    <a:lnTo>
                      <a:pt x="362" y="129"/>
                    </a:lnTo>
                    <a:lnTo>
                      <a:pt x="361" y="126"/>
                    </a:lnTo>
                    <a:lnTo>
                      <a:pt x="360" y="124"/>
                    </a:lnTo>
                    <a:lnTo>
                      <a:pt x="322" y="59"/>
                    </a:lnTo>
                    <a:lnTo>
                      <a:pt x="320" y="56"/>
                    </a:lnTo>
                    <a:lnTo>
                      <a:pt x="318" y="54"/>
                    </a:lnTo>
                    <a:lnTo>
                      <a:pt x="316" y="53"/>
                    </a:lnTo>
                    <a:lnTo>
                      <a:pt x="313" y="51"/>
                    </a:lnTo>
                    <a:lnTo>
                      <a:pt x="309" y="51"/>
                    </a:lnTo>
                    <a:lnTo>
                      <a:pt x="307" y="51"/>
                    </a:lnTo>
                    <a:lnTo>
                      <a:pt x="304" y="52"/>
                    </a:lnTo>
                    <a:lnTo>
                      <a:pt x="301" y="53"/>
                    </a:lnTo>
                    <a:lnTo>
                      <a:pt x="274" y="69"/>
                    </a:lnTo>
                    <a:lnTo>
                      <a:pt x="266" y="63"/>
                    </a:lnTo>
                    <a:lnTo>
                      <a:pt x="256" y="56"/>
                    </a:lnTo>
                    <a:lnTo>
                      <a:pt x="246" y="51"/>
                    </a:lnTo>
                    <a:lnTo>
                      <a:pt x="237" y="47"/>
                    </a:lnTo>
                    <a:lnTo>
                      <a:pt x="237" y="14"/>
                    </a:lnTo>
                    <a:lnTo>
                      <a:pt x="236" y="10"/>
                    </a:lnTo>
                    <a:lnTo>
                      <a:pt x="236" y="8"/>
                    </a:lnTo>
                    <a:lnTo>
                      <a:pt x="233" y="5"/>
                    </a:lnTo>
                    <a:lnTo>
                      <a:pt x="232" y="3"/>
                    </a:lnTo>
                    <a:lnTo>
                      <a:pt x="229" y="2"/>
                    </a:lnTo>
                    <a:lnTo>
                      <a:pt x="227" y="1"/>
                    </a:lnTo>
                    <a:lnTo>
                      <a:pt x="224" y="0"/>
                    </a:lnTo>
                    <a:lnTo>
                      <a:pt x="222" y="0"/>
                    </a:lnTo>
                    <a:lnTo>
                      <a:pt x="146" y="0"/>
                    </a:lnTo>
                    <a:lnTo>
                      <a:pt x="143" y="0"/>
                    </a:lnTo>
                    <a:lnTo>
                      <a:pt x="140" y="1"/>
                    </a:lnTo>
                    <a:lnTo>
                      <a:pt x="137" y="2"/>
                    </a:lnTo>
                    <a:lnTo>
                      <a:pt x="135" y="3"/>
                    </a:lnTo>
                    <a:lnTo>
                      <a:pt x="134" y="5"/>
                    </a:lnTo>
                    <a:lnTo>
                      <a:pt x="132" y="8"/>
                    </a:lnTo>
                    <a:lnTo>
                      <a:pt x="132" y="10"/>
                    </a:lnTo>
                    <a:lnTo>
                      <a:pt x="131" y="14"/>
                    </a:lnTo>
                    <a:lnTo>
                      <a:pt x="131" y="47"/>
                    </a:lnTo>
                    <a:lnTo>
                      <a:pt x="120" y="52"/>
                    </a:lnTo>
                    <a:lnTo>
                      <a:pt x="109" y="57"/>
                    </a:lnTo>
                    <a:lnTo>
                      <a:pt x="99" y="63"/>
                    </a:lnTo>
                    <a:lnTo>
                      <a:pt x="90" y="69"/>
                    </a:lnTo>
                    <a:lnTo>
                      <a:pt x="61" y="53"/>
                    </a:lnTo>
                    <a:lnTo>
                      <a:pt x="58" y="52"/>
                    </a:lnTo>
                    <a:lnTo>
                      <a:pt x="55" y="51"/>
                    </a:lnTo>
                    <a:lnTo>
                      <a:pt x="53" y="51"/>
                    </a:lnTo>
                    <a:lnTo>
                      <a:pt x="49" y="51"/>
                    </a:lnTo>
                    <a:lnTo>
                      <a:pt x="47" y="52"/>
                    </a:lnTo>
                    <a:lnTo>
                      <a:pt x="44" y="54"/>
                    </a:lnTo>
                    <a:lnTo>
                      <a:pt x="42" y="56"/>
                    </a:lnTo>
                    <a:lnTo>
                      <a:pt x="41" y="59"/>
                    </a:lnTo>
                    <a:lnTo>
                      <a:pt x="2" y="124"/>
                    </a:lnTo>
                    <a:lnTo>
                      <a:pt x="1" y="126"/>
                    </a:lnTo>
                    <a:lnTo>
                      <a:pt x="0" y="129"/>
                    </a:lnTo>
                    <a:lnTo>
                      <a:pt x="0" y="132"/>
                    </a:lnTo>
                    <a:lnTo>
                      <a:pt x="1" y="136"/>
                    </a:lnTo>
                    <a:lnTo>
                      <a:pt x="2" y="139"/>
                    </a:lnTo>
                    <a:lnTo>
                      <a:pt x="3" y="141"/>
                    </a:lnTo>
                    <a:lnTo>
                      <a:pt x="6" y="143"/>
                    </a:lnTo>
                    <a:lnTo>
                      <a:pt x="8" y="144"/>
                    </a:lnTo>
                    <a:lnTo>
                      <a:pt x="36" y="160"/>
                    </a:lnTo>
                    <a:lnTo>
                      <a:pt x="34" y="172"/>
                    </a:lnTo>
                    <a:lnTo>
                      <a:pt x="34" y="183"/>
                    </a:lnTo>
                    <a:lnTo>
                      <a:pt x="34" y="195"/>
                    </a:lnTo>
                    <a:lnTo>
                      <a:pt x="36" y="207"/>
                    </a:lnTo>
                    <a:lnTo>
                      <a:pt x="8" y="223"/>
                    </a:lnTo>
                    <a:lnTo>
                      <a:pt x="6" y="224"/>
                    </a:lnTo>
                    <a:lnTo>
                      <a:pt x="3" y="227"/>
                    </a:lnTo>
                    <a:lnTo>
                      <a:pt x="1" y="230"/>
                    </a:lnTo>
                    <a:lnTo>
                      <a:pt x="0" y="233"/>
                    </a:lnTo>
                    <a:lnTo>
                      <a:pt x="0" y="235"/>
                    </a:lnTo>
                    <a:lnTo>
                      <a:pt x="0" y="237"/>
                    </a:lnTo>
                    <a:lnTo>
                      <a:pt x="1" y="240"/>
                    </a:lnTo>
                    <a:lnTo>
                      <a:pt x="2" y="243"/>
                    </a:lnTo>
                    <a:lnTo>
                      <a:pt x="40" y="309"/>
                    </a:lnTo>
                    <a:lnTo>
                      <a:pt x="42" y="311"/>
                    </a:lnTo>
                    <a:lnTo>
                      <a:pt x="44" y="313"/>
                    </a:lnTo>
                    <a:lnTo>
                      <a:pt x="46" y="314"/>
                    </a:lnTo>
                    <a:lnTo>
                      <a:pt x="48" y="315"/>
                    </a:lnTo>
                    <a:lnTo>
                      <a:pt x="55" y="316"/>
                    </a:lnTo>
                    <a:lnTo>
                      <a:pt x="60" y="314"/>
                    </a:lnTo>
                    <a:lnTo>
                      <a:pt x="90" y="297"/>
                    </a:lnTo>
                    <a:lnTo>
                      <a:pt x="99" y="304"/>
                    </a:lnTo>
                    <a:lnTo>
                      <a:pt x="109" y="310"/>
                    </a:lnTo>
                    <a:lnTo>
                      <a:pt x="120" y="316"/>
                    </a:lnTo>
                    <a:lnTo>
                      <a:pt x="131" y="321"/>
                    </a:lnTo>
                    <a:lnTo>
                      <a:pt x="131" y="354"/>
                    </a:lnTo>
                    <a:lnTo>
                      <a:pt x="132" y="356"/>
                    </a:lnTo>
                    <a:lnTo>
                      <a:pt x="132" y="359"/>
                    </a:lnTo>
                    <a:lnTo>
                      <a:pt x="134" y="361"/>
                    </a:lnTo>
                    <a:lnTo>
                      <a:pt x="135" y="363"/>
                    </a:lnTo>
                    <a:lnTo>
                      <a:pt x="137" y="366"/>
                    </a:lnTo>
                    <a:lnTo>
                      <a:pt x="140" y="368"/>
                    </a:lnTo>
                    <a:lnTo>
                      <a:pt x="143" y="368"/>
                    </a:lnTo>
                    <a:lnTo>
                      <a:pt x="146" y="369"/>
                    </a:lnTo>
                    <a:lnTo>
                      <a:pt x="222" y="369"/>
                    </a:lnTo>
                    <a:lnTo>
                      <a:pt x="225" y="368"/>
                    </a:lnTo>
                    <a:lnTo>
                      <a:pt x="227" y="368"/>
                    </a:lnTo>
                    <a:lnTo>
                      <a:pt x="229" y="366"/>
                    </a:lnTo>
                    <a:lnTo>
                      <a:pt x="232" y="363"/>
                    </a:lnTo>
                    <a:lnTo>
                      <a:pt x="233" y="361"/>
                    </a:lnTo>
                    <a:lnTo>
                      <a:pt x="236" y="359"/>
                    </a:lnTo>
                    <a:lnTo>
                      <a:pt x="236" y="356"/>
                    </a:lnTo>
                    <a:lnTo>
                      <a:pt x="237" y="354"/>
                    </a:lnTo>
                    <a:lnTo>
                      <a:pt x="237" y="321"/>
                    </a:lnTo>
                    <a:lnTo>
                      <a:pt x="246" y="316"/>
                    </a:lnTo>
                    <a:lnTo>
                      <a:pt x="256" y="311"/>
                    </a:lnTo>
                    <a:lnTo>
                      <a:pt x="266" y="305"/>
                    </a:lnTo>
                    <a:lnTo>
                      <a:pt x="274" y="298"/>
                    </a:lnTo>
                    <a:lnTo>
                      <a:pt x="302" y="313"/>
                    </a:lnTo>
                    <a:lnTo>
                      <a:pt x="305" y="315"/>
                    </a:lnTo>
                    <a:lnTo>
                      <a:pt x="307" y="315"/>
                    </a:lnTo>
                    <a:lnTo>
                      <a:pt x="310" y="316"/>
                    </a:lnTo>
                    <a:lnTo>
                      <a:pt x="314" y="316"/>
                    </a:lnTo>
                    <a:lnTo>
                      <a:pt x="319" y="313"/>
                    </a:lnTo>
                    <a:lnTo>
                      <a:pt x="322" y="309"/>
                    </a:lnTo>
                    <a:lnTo>
                      <a:pt x="360" y="243"/>
                    </a:lnTo>
                    <a:lnTo>
                      <a:pt x="362" y="240"/>
                    </a:lnTo>
                    <a:lnTo>
                      <a:pt x="362" y="237"/>
                    </a:lnTo>
                    <a:lnTo>
                      <a:pt x="362" y="234"/>
                    </a:lnTo>
                    <a:lnTo>
                      <a:pt x="362" y="232"/>
                    </a:lnTo>
                    <a:lnTo>
                      <a:pt x="361" y="229"/>
                    </a:lnTo>
                    <a:lnTo>
                      <a:pt x="359" y="227"/>
                    </a:lnTo>
                    <a:lnTo>
                      <a:pt x="357" y="224"/>
                    </a:lnTo>
                    <a:lnTo>
                      <a:pt x="354" y="2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MX" dirty="0"/>
              </a:p>
            </p:txBody>
          </p:sp>
        </p:grp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D18426A3-CA58-E210-2531-43B3CC3B578A}"/>
              </a:ext>
            </a:extLst>
          </p:cNvPr>
          <p:cNvSpPr/>
          <p:nvPr/>
        </p:nvSpPr>
        <p:spPr>
          <a:xfrm>
            <a:off x="1056196" y="966097"/>
            <a:ext cx="9673922" cy="906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Aplicar técnicas avanzadas de optimización para construir un portafolio que resista mercados inestables.  </a:t>
            </a:r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es-MX" dirty="0"/>
              <a:t>Diapositiva de análisis del proyecto 3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s-MX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Acciones </a:t>
            </a:r>
            <a:b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s-MX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>
            <a:extLst>
              <a:ext uri="{FF2B5EF4-FFF2-40B4-BE49-F238E27FC236}">
                <a16:creationId xmlns:a16="http://schemas.microsoft.com/office/drawing/2014/main" id="{1BF43B63-1A3A-7FA1-B3C7-32FC2A56596E}"/>
              </a:ext>
            </a:extLst>
          </p:cNvPr>
          <p:cNvGrpSpPr/>
          <p:nvPr/>
        </p:nvGrpSpPr>
        <p:grpSpPr>
          <a:xfrm>
            <a:off x="239102" y="1522935"/>
            <a:ext cx="1832413" cy="4129862"/>
            <a:chOff x="845118" y="1630768"/>
            <a:chExt cx="1832413" cy="4129862"/>
          </a:xfrm>
        </p:grpSpPr>
        <p:sp>
          <p:nvSpPr>
            <p:cNvPr id="2" name="Trapezoide 1">
              <a:extLst>
                <a:ext uri="{FF2B5EF4-FFF2-40B4-BE49-F238E27FC236}">
                  <a16:creationId xmlns:a16="http://schemas.microsoft.com/office/drawing/2014/main" id="{5B804E9F-B6B5-41F9-9B63-9AF435FDC2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-303606" y="2779492"/>
              <a:ext cx="4129862" cy="1832413"/>
            </a:xfrm>
            <a:prstGeom prst="trapezoid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dirty="0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3F19BFA5-D0CA-4CF0-8499-504D956B6563}"/>
                </a:ext>
              </a:extLst>
            </p:cNvPr>
            <p:cNvSpPr/>
            <p:nvPr/>
          </p:nvSpPr>
          <p:spPr>
            <a:xfrm>
              <a:off x="1075525" y="3449476"/>
              <a:ext cx="1371600" cy="492443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es-MX" sz="1600" b="1" dirty="0">
                  <a:solidFill>
                    <a:schemeClr val="bg1"/>
                  </a:solidFill>
                </a:rPr>
                <a:t>AAPL: Apple; Tecnología</a:t>
              </a: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1EE7F664-AD4E-DCD4-B36B-29795B58953C}"/>
              </a:ext>
            </a:extLst>
          </p:cNvPr>
          <p:cNvGrpSpPr/>
          <p:nvPr/>
        </p:nvGrpSpPr>
        <p:grpSpPr>
          <a:xfrm>
            <a:off x="2185144" y="1666016"/>
            <a:ext cx="1832414" cy="3986781"/>
            <a:chOff x="2457681" y="1666016"/>
            <a:chExt cx="2044685" cy="4336142"/>
          </a:xfrm>
        </p:grpSpPr>
        <p:sp>
          <p:nvSpPr>
            <p:cNvPr id="43" name="Trapezoide 42">
              <a:extLst>
                <a:ext uri="{FF2B5EF4-FFF2-40B4-BE49-F238E27FC236}">
                  <a16:creationId xmlns:a16="http://schemas.microsoft.com/office/drawing/2014/main" id="{0092C447-C8E1-4B12-B012-E6D21CBB1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311953" y="2811744"/>
              <a:ext cx="4336142" cy="2044685"/>
            </a:xfrm>
            <a:prstGeom prst="trapezoid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dirty="0"/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1751D31D-3535-411D-8BAC-95CCC90AB185}"/>
                </a:ext>
              </a:extLst>
            </p:cNvPr>
            <p:cNvSpPr/>
            <p:nvPr/>
          </p:nvSpPr>
          <p:spPr>
            <a:xfrm>
              <a:off x="2794224" y="3229371"/>
              <a:ext cx="1371600" cy="7386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es-MX" sz="1600" b="1" dirty="0">
                  <a:solidFill>
                    <a:schemeClr val="bg1"/>
                  </a:solidFill>
                </a:rPr>
                <a:t>MSFT: Microsoft; Tecnología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7629561D-96CE-05F5-526A-381AF42AA294}"/>
              </a:ext>
            </a:extLst>
          </p:cNvPr>
          <p:cNvGrpSpPr/>
          <p:nvPr/>
        </p:nvGrpSpPr>
        <p:grpSpPr>
          <a:xfrm>
            <a:off x="4152328" y="1666015"/>
            <a:ext cx="1832413" cy="4129862"/>
            <a:chOff x="845118" y="1630768"/>
            <a:chExt cx="1832413" cy="4129862"/>
          </a:xfrm>
        </p:grpSpPr>
        <p:sp>
          <p:nvSpPr>
            <p:cNvPr id="7" name="Trapezoide 1">
              <a:extLst>
                <a:ext uri="{FF2B5EF4-FFF2-40B4-BE49-F238E27FC236}">
                  <a16:creationId xmlns:a16="http://schemas.microsoft.com/office/drawing/2014/main" id="{22D6334D-8037-F530-C6A6-4B9A40E19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-303606" y="2779492"/>
              <a:ext cx="4129862" cy="1832413"/>
            </a:xfrm>
            <a:prstGeom prst="trapezoid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465DF9A-7C0F-7897-346A-B8E70290EB4E}"/>
                </a:ext>
              </a:extLst>
            </p:cNvPr>
            <p:cNvSpPr/>
            <p:nvPr/>
          </p:nvSpPr>
          <p:spPr>
            <a:xfrm>
              <a:off x="1075525" y="3449476"/>
              <a:ext cx="1371600" cy="7386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es-MX" sz="1600" b="1" dirty="0">
                  <a:solidFill>
                    <a:schemeClr val="bg1"/>
                  </a:solidFill>
                </a:rPr>
                <a:t>TSLA: Tesla; Automotriz/Energía</a:t>
              </a: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D28DFBD-625A-E4F4-3A5E-2CAA65BF2C87}"/>
              </a:ext>
            </a:extLst>
          </p:cNvPr>
          <p:cNvGrpSpPr/>
          <p:nvPr/>
        </p:nvGrpSpPr>
        <p:grpSpPr>
          <a:xfrm>
            <a:off x="6057329" y="1666016"/>
            <a:ext cx="1832414" cy="3986781"/>
            <a:chOff x="2457681" y="1666016"/>
            <a:chExt cx="2044685" cy="4336142"/>
          </a:xfrm>
        </p:grpSpPr>
        <p:sp>
          <p:nvSpPr>
            <p:cNvPr id="13" name="Trapezoide 42">
              <a:extLst>
                <a:ext uri="{FF2B5EF4-FFF2-40B4-BE49-F238E27FC236}">
                  <a16:creationId xmlns:a16="http://schemas.microsoft.com/office/drawing/2014/main" id="{BA1D1430-E7CF-14C7-4160-A4E647766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311953" y="2811744"/>
              <a:ext cx="4336142" cy="2044685"/>
            </a:xfrm>
            <a:prstGeom prst="trapezoid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dirty="0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74BC2D8B-96AA-BFF0-3B36-71767B5410F0}"/>
                </a:ext>
              </a:extLst>
            </p:cNvPr>
            <p:cNvSpPr/>
            <p:nvPr/>
          </p:nvSpPr>
          <p:spPr>
            <a:xfrm>
              <a:off x="2794223" y="3229371"/>
              <a:ext cx="1371600" cy="535596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es-MX" sz="1600" b="1" dirty="0">
                  <a:solidFill>
                    <a:schemeClr val="bg1"/>
                  </a:solidFill>
                </a:rPr>
                <a:t>PFE: Pfizer; Farmacéutica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B62674D1-0E06-59C8-DDB7-F86A7C536307}"/>
              </a:ext>
            </a:extLst>
          </p:cNvPr>
          <p:cNvGrpSpPr/>
          <p:nvPr/>
        </p:nvGrpSpPr>
        <p:grpSpPr>
          <a:xfrm>
            <a:off x="8065554" y="1666013"/>
            <a:ext cx="1832413" cy="4129862"/>
            <a:chOff x="845118" y="1630768"/>
            <a:chExt cx="1832413" cy="4129862"/>
          </a:xfrm>
        </p:grpSpPr>
        <p:sp>
          <p:nvSpPr>
            <p:cNvPr id="17" name="Trapezoide 1">
              <a:extLst>
                <a:ext uri="{FF2B5EF4-FFF2-40B4-BE49-F238E27FC236}">
                  <a16:creationId xmlns:a16="http://schemas.microsoft.com/office/drawing/2014/main" id="{EB34FFE0-792F-3D52-F947-8D96AB591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-303606" y="2779492"/>
              <a:ext cx="4129862" cy="1832413"/>
            </a:xfrm>
            <a:prstGeom prst="trapezoid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dirty="0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87055264-2F69-8D6B-3670-1FA922778B42}"/>
                </a:ext>
              </a:extLst>
            </p:cNvPr>
            <p:cNvSpPr/>
            <p:nvPr/>
          </p:nvSpPr>
          <p:spPr>
            <a:xfrm>
              <a:off x="1075525" y="3449476"/>
              <a:ext cx="1371600" cy="7386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es-MX" sz="1600" b="1" dirty="0" err="1">
                  <a:solidFill>
                    <a:schemeClr val="bg1"/>
                  </a:solidFill>
                </a:rPr>
                <a:t>Ko</a:t>
              </a:r>
              <a:r>
                <a:rPr lang="es-MX" sz="1600" b="1" dirty="0">
                  <a:solidFill>
                    <a:schemeClr val="bg1"/>
                  </a:solidFill>
                </a:rPr>
                <a:t>: Coca-Cola; Consumo básico</a:t>
              </a: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F9A6F642-58FA-998F-2945-7CB5E1FB11AB}"/>
              </a:ext>
            </a:extLst>
          </p:cNvPr>
          <p:cNvGrpSpPr/>
          <p:nvPr/>
        </p:nvGrpSpPr>
        <p:grpSpPr>
          <a:xfrm>
            <a:off x="10060041" y="1666016"/>
            <a:ext cx="1832414" cy="3986781"/>
            <a:chOff x="2457681" y="1666016"/>
            <a:chExt cx="2044685" cy="4336142"/>
          </a:xfrm>
        </p:grpSpPr>
        <p:sp>
          <p:nvSpPr>
            <p:cNvPr id="20" name="Trapezoide 42">
              <a:extLst>
                <a:ext uri="{FF2B5EF4-FFF2-40B4-BE49-F238E27FC236}">
                  <a16:creationId xmlns:a16="http://schemas.microsoft.com/office/drawing/2014/main" id="{7FE2212E-FECA-039F-DF7A-D8B4E307EB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311953" y="2811744"/>
              <a:ext cx="4336142" cy="2044685"/>
            </a:xfrm>
            <a:prstGeom prst="trapezoid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B9277FD0-A5AB-7696-8C10-65630F47FFE4}"/>
                </a:ext>
              </a:extLst>
            </p:cNvPr>
            <p:cNvSpPr/>
            <p:nvPr/>
          </p:nvSpPr>
          <p:spPr>
            <a:xfrm>
              <a:off x="2794223" y="3229371"/>
              <a:ext cx="1371600" cy="1338988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es-MX" sz="1600" b="1" dirty="0">
                  <a:solidFill>
                    <a:schemeClr val="bg1"/>
                  </a:solidFill>
                </a:rPr>
                <a:t>^MXX: índice bursátil de México; Mercado general.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 hidden="1">
            <a:extLst>
              <a:ext uri="{FF2B5EF4-FFF2-40B4-BE49-F238E27FC236}">
                <a16:creationId xmlns:a16="http://schemas.microsoft.com/office/drawing/2014/main" id="{ED2F5393-91A3-4102-A584-E902285C5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es-MX" dirty="0"/>
              <a:t>Diapositiva de análisis del proyecto 4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90500" y="242898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s-MX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Base de Datos</a:t>
            </a:r>
            <a:b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s-MX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12F691C-B60C-4175-5625-EBE4CEFD5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803033"/>
              </p:ext>
            </p:extLst>
          </p:nvPr>
        </p:nvGraphicFramePr>
        <p:xfrm>
          <a:off x="948906" y="802899"/>
          <a:ext cx="9885869" cy="553220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849102">
                  <a:extLst>
                    <a:ext uri="{9D8B030D-6E8A-4147-A177-3AD203B41FA5}">
                      <a16:colId xmlns:a16="http://schemas.microsoft.com/office/drawing/2014/main" val="4020086168"/>
                    </a:ext>
                  </a:extLst>
                </a:gridCol>
                <a:gridCol w="897252">
                  <a:extLst>
                    <a:ext uri="{9D8B030D-6E8A-4147-A177-3AD203B41FA5}">
                      <a16:colId xmlns:a16="http://schemas.microsoft.com/office/drawing/2014/main" val="1242543369"/>
                    </a:ext>
                  </a:extLst>
                </a:gridCol>
                <a:gridCol w="728912">
                  <a:extLst>
                    <a:ext uri="{9D8B030D-6E8A-4147-A177-3AD203B41FA5}">
                      <a16:colId xmlns:a16="http://schemas.microsoft.com/office/drawing/2014/main" val="2194837203"/>
                    </a:ext>
                  </a:extLst>
                </a:gridCol>
                <a:gridCol w="728912">
                  <a:extLst>
                    <a:ext uri="{9D8B030D-6E8A-4147-A177-3AD203B41FA5}">
                      <a16:colId xmlns:a16="http://schemas.microsoft.com/office/drawing/2014/main" val="2606060916"/>
                    </a:ext>
                  </a:extLst>
                </a:gridCol>
                <a:gridCol w="728912">
                  <a:extLst>
                    <a:ext uri="{9D8B030D-6E8A-4147-A177-3AD203B41FA5}">
                      <a16:colId xmlns:a16="http://schemas.microsoft.com/office/drawing/2014/main" val="3593664566"/>
                    </a:ext>
                  </a:extLst>
                </a:gridCol>
                <a:gridCol w="728912">
                  <a:extLst>
                    <a:ext uri="{9D8B030D-6E8A-4147-A177-3AD203B41FA5}">
                      <a16:colId xmlns:a16="http://schemas.microsoft.com/office/drawing/2014/main" val="3369969897"/>
                    </a:ext>
                  </a:extLst>
                </a:gridCol>
                <a:gridCol w="728912">
                  <a:extLst>
                    <a:ext uri="{9D8B030D-6E8A-4147-A177-3AD203B41FA5}">
                      <a16:colId xmlns:a16="http://schemas.microsoft.com/office/drawing/2014/main" val="2443641231"/>
                    </a:ext>
                  </a:extLst>
                </a:gridCol>
                <a:gridCol w="1412267">
                  <a:extLst>
                    <a:ext uri="{9D8B030D-6E8A-4147-A177-3AD203B41FA5}">
                      <a16:colId xmlns:a16="http://schemas.microsoft.com/office/drawing/2014/main" val="732212765"/>
                    </a:ext>
                  </a:extLst>
                </a:gridCol>
                <a:gridCol w="1260410">
                  <a:extLst>
                    <a:ext uri="{9D8B030D-6E8A-4147-A177-3AD203B41FA5}">
                      <a16:colId xmlns:a16="http://schemas.microsoft.com/office/drawing/2014/main" val="2761609144"/>
                    </a:ext>
                  </a:extLst>
                </a:gridCol>
                <a:gridCol w="1822278">
                  <a:extLst>
                    <a:ext uri="{9D8B030D-6E8A-4147-A177-3AD203B41FA5}">
                      <a16:colId xmlns:a16="http://schemas.microsoft.com/office/drawing/2014/main" val="1593811283"/>
                    </a:ext>
                  </a:extLst>
                </a:gridCol>
              </a:tblGrid>
              <a:tr h="221288">
                <a:tc>
                  <a:txBody>
                    <a:bodyPr/>
                    <a:lstStyle/>
                    <a:p>
                      <a:pPr algn="ctr" fontAlgn="t"/>
                      <a:r>
                        <a:rPr lang="es-MX" sz="900" u="none" strike="noStrike" dirty="0">
                          <a:effectLst/>
                        </a:rPr>
                        <a:t>Fecha</a:t>
                      </a:r>
                      <a:endParaRPr lang="es-MX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8" marR="6278" marT="6278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00" u="none" strike="noStrike" dirty="0">
                          <a:effectLst/>
                        </a:rPr>
                        <a:t>Acción</a:t>
                      </a:r>
                      <a:endParaRPr lang="es-MX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8" marR="6278" marT="6278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00" u="none" strike="noStrike">
                          <a:effectLst/>
                        </a:rPr>
                        <a:t>Apertura</a:t>
                      </a:r>
                      <a:endParaRPr lang="es-MX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8" marR="6278" marT="6278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00" u="none" strike="noStrike">
                          <a:effectLst/>
                        </a:rPr>
                        <a:t>Máximo</a:t>
                      </a:r>
                      <a:endParaRPr lang="es-MX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8" marR="6278" marT="6278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00" u="none" strike="noStrike">
                          <a:effectLst/>
                        </a:rPr>
                        <a:t>Mínimo</a:t>
                      </a:r>
                      <a:endParaRPr lang="es-MX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8" marR="6278" marT="6278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00" u="none" strike="noStrike">
                          <a:effectLst/>
                        </a:rPr>
                        <a:t>Cierre</a:t>
                      </a:r>
                      <a:endParaRPr lang="es-MX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8" marR="6278" marT="6278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00" u="none" strike="noStrike">
                          <a:effectLst/>
                        </a:rPr>
                        <a:t>Volumen</a:t>
                      </a:r>
                      <a:endParaRPr lang="es-MX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8" marR="6278" marT="6278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00" u="none" strike="noStrike">
                          <a:effectLst/>
                        </a:rPr>
                        <a:t>Retorno Diario</a:t>
                      </a:r>
                      <a:endParaRPr lang="es-MX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8" marR="6278" marT="6278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00" u="none" strike="noStrike">
                          <a:effectLst/>
                        </a:rPr>
                        <a:t>Volatilidad_50d</a:t>
                      </a:r>
                      <a:endParaRPr lang="es-MX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8" marR="6278" marT="6278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00" u="none" strike="noStrike">
                          <a:effectLst/>
                        </a:rPr>
                        <a:t>Volatilidad_50d_anual</a:t>
                      </a:r>
                      <a:endParaRPr lang="es-MX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8" marR="6278" marT="6278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414763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AAPL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23.21448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23.8389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23.07648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23.83438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2.71E+08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0.085499836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2.073133318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32.90997117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121622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31.59997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31.71939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31.32383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31.64475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16084100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-1.303509096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2.070722834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32.87170591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24600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MSFT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47.81814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48.24069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46.99946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48.24069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53778000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-1.225672657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2.13048771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33.82044391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733447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PFE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20.71171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20.82877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20.52963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20.77674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39322421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-1.022288391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2.177539224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34.56736354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717828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TSLA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15.38133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15.42533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14.894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1.02E+08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-6.916383417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2.173794785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34.50792241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656658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^MXX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42963.9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42963.9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41897.48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42113.7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1.22E+08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-2.009890713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2.090415738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33.18432108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222846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AAPL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23.92487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23.9475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23.16923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23.2371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2.23E+08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-2.505946065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2.033364196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32.27865592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195028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31.57758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31.81641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31.47309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31.7567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15781900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0.353770863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1.858584673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29.50411702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193588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MSFT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48.35514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48.76008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48.01182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48.46077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34079700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0.456223059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1.876911738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29.79505015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450619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PFE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20.9263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20.96532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20.76373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20.9263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28777994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0.719847807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1.884823537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29.92064606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506182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TSLA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15.09067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15.126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14.66667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14.89533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47802000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0.008951502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1.804682113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28.6484404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186433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^MXX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42118.6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42346.14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41859.27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42041.68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1.86E+08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-0.171012123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1.795148046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28.49709178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477692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AAPL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22.75069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23.16018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22.59458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22.78236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2.74E+08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-1.956967016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1.858963579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29.51013196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05889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31.49548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31.72684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31.37606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31.58504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16245100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-0.54056963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1.83775309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29.17342588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852156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MSFT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47.81815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47.88858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47.21954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47.58047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39518900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-1.816533623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1.86578548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29.61842628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310730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PFE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20.63368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20.74423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20.43209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20.55564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27242316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-1.771267321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1.827936594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29.01759383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886737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TSLA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14.66667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14.67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14.39867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14.60267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56686500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-1.964819649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1.833142679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29.10023787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764200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^MXX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42039.23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42039.23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41627.98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41691.19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1.86E+08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-0.833668597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1.912638136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30.36218914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62675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AAPL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22.32536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22.65341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21.81632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21.82084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3.24E+08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-4.220438196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1.993905939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31.65227552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190941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31.085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31.42832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30.93574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31.06261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20563600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-1.654025905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1.99929993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31.73790247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993105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MSFT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46.39206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47.0875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45.83746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45.92549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56564900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-3.478267423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1.989809017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31.58723889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227864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PFE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20.26301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20.6857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20.25001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20.41908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39223134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-0.664354537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1.995189949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31.67265855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074215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TSLA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14.27933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14.56267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14.24467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14.37667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53314500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-1.547661358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2.011682861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31.9344754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5365"/>
                  </a:ext>
                </a:extLst>
              </a:tr>
              <a:tr h="221288"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07/01/2016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^MXX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41688.75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41688.75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40611.3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40661.57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2.64E+08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-2.469637012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1.956752438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31.06248198</a:t>
                      </a: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299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76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AC0C949-7A02-4C95-8017-D82E7E71C4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es-MX" dirty="0"/>
              <a:t>Diapositiva de análisis del proyecto 5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s-MX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Análisis </a:t>
            </a:r>
            <a:b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s-MX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Interfaz de usuario gráfica, Gráfico&#10;&#10;El contenido generado por IA puede ser incorrecto.">
            <a:hlinkClick r:id="rId3" action="ppaction://hlinkfile"/>
            <a:extLst>
              <a:ext uri="{FF2B5EF4-FFF2-40B4-BE49-F238E27FC236}">
                <a16:creationId xmlns:a16="http://schemas.microsoft.com/office/drawing/2014/main" id="{3CEC1A96-4361-0C39-A0E7-B12CA4B6AE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5297"/>
            <a:ext cx="12192000" cy="540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4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AC960-569A-95DA-FDE1-F1B9FD6C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FD9E02E-3C2C-95B8-9366-C984B686BAD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es-MX" dirty="0"/>
              <a:t>Diapositiva de análisis del proyecto 5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7759DEC-33B4-7F03-3E64-52413D2DC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0E4AC82D-FAE9-80EF-1C1F-FA4C2F82221D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s-MX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Análisis </a:t>
            </a:r>
            <a:b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s-MX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305B4B6-72E7-8B38-0201-AE02F8D7D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Gráfico, Gráfico de cajas y bigotes&#10;&#10;El contenido generado por IA puede ser incorrecto.">
            <a:hlinkClick r:id="rId3" action="ppaction://hlinkfile"/>
            <a:extLst>
              <a:ext uri="{FF2B5EF4-FFF2-40B4-BE49-F238E27FC236}">
                <a16:creationId xmlns:a16="http://schemas.microsoft.com/office/drawing/2014/main" id="{A86D7F10-314B-2C53-20C4-943D667065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5905"/>
            <a:ext cx="12192000" cy="540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7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B9DD2-275E-A994-DEB0-7712938D5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B9CBE6F4-9A54-7028-703B-2196F799EB4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es-MX" dirty="0"/>
              <a:t>Diapositiva de análisis del proyecto 5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3418DD5-2010-8FE8-FEFA-2D0C9BDB2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20D896E7-BD2F-16C5-3E36-2098468E0E99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s-MX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Análisis </a:t>
            </a:r>
            <a:b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s-MX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EA1AB57-03BB-B53C-B249-9E7C4577B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Gráfico, Gráfico de barras&#10;&#10;El contenido generado por IA puede ser incorrecto.">
            <a:hlinkClick r:id="rId3" action="ppaction://hlinkfile"/>
            <a:extLst>
              <a:ext uri="{FF2B5EF4-FFF2-40B4-BE49-F238E27FC236}">
                <a16:creationId xmlns:a16="http://schemas.microsoft.com/office/drawing/2014/main" id="{36DDA27B-C51F-C7C6-C898-39BBDE1D60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7947"/>
            <a:ext cx="12192000" cy="534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4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0C5CC-4D80-FA49-68F0-2BFA0B3D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E334E0CC-644D-FF24-E289-0FE79AE1B9F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es-MX" dirty="0"/>
              <a:t>Diapositiva de análisis del proyecto 5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94ED1CD-6B89-961C-E37C-46A3C4288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678650F5-6AB2-27ED-3B59-FB8A2B821D8E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s-MX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Análisis </a:t>
            </a:r>
            <a:b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s-MX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FBBAA81-D1E6-9B78-6163-3A9577966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Imagen que contiene Gráfico de barras&#10;&#10;El contenido generado por IA puede ser incorrecto.">
            <a:hlinkClick r:id="rId3" action="ppaction://hlinkfile"/>
            <a:extLst>
              <a:ext uri="{FF2B5EF4-FFF2-40B4-BE49-F238E27FC236}">
                <a16:creationId xmlns:a16="http://schemas.microsoft.com/office/drawing/2014/main" id="{8CE7AC86-F863-F373-5A62-AF485CA987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2684"/>
            <a:ext cx="12192000" cy="481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00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B39EB-5A6C-6662-BBF8-D88BAB333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Comportamiento de las acciones</a:t>
            </a:r>
          </a:p>
        </p:txBody>
      </p:sp>
      <p:pic>
        <p:nvPicPr>
          <p:cNvPr id="4" name="Imagen 3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250A05CA-9900-882B-A8C0-A0760B441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2" y="1492250"/>
            <a:ext cx="1172527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26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n 3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BEFCC513-7009-5B32-2182-76A5F7501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986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3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5C2D95-B874-6E43-CF36-1A2FC31B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Optimización del portafolio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B5CFF8-473C-6E76-EBFE-1B26EB6DD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84" y="1771675"/>
            <a:ext cx="10860016" cy="11241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C5A8DEC-C01B-084F-7802-3FF00C6E3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84" y="3729995"/>
            <a:ext cx="11241069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5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ante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dirty="0"/>
            </a:p>
          </p:txBody>
        </p:sp>
        <p:sp>
          <p:nvSpPr>
            <p:cNvPr id="13" name="Diamante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dirty="0"/>
            </a:p>
          </p:txBody>
        </p:sp>
      </p:grpSp>
      <p:sp>
        <p:nvSpPr>
          <p:cNvPr id="15" name="Título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rtlCol="0" anchor="ctr">
            <a:spAutoFit/>
          </a:bodyPr>
          <a:lstStyle/>
          <a:p>
            <a:pPr rtl="0"/>
            <a:r>
              <a:rPr lang="es-MX" sz="7200" b="1" dirty="0">
                <a:solidFill>
                  <a:schemeClr val="bg1"/>
                </a:solidFill>
              </a:rPr>
              <a:t>Gracias</a:t>
            </a:r>
            <a:endParaRPr lang="es-MX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676_TF78455520.potx" id="{FEC54612-225C-46F0-87E4-36382218B084}" vid="{A7702F28-E16C-434E-BA9A-6EEEF0FC7C2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Análisis de proyecto, de 24Slides</Template>
  <TotalTime>126</TotalTime>
  <Words>438</Words>
  <Application>Microsoft Office PowerPoint</Application>
  <PresentationFormat>Panorámica</PresentationFormat>
  <Paragraphs>287</Paragraphs>
  <Slides>12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Century Gothic</vt:lpstr>
      <vt:lpstr>Segoe UI Light</vt:lpstr>
      <vt:lpstr>Tema de Office</vt:lpstr>
      <vt:lpstr>Optimización Robusta de portafolios volátiles. Brenda Jiménez</vt:lpstr>
      <vt:lpstr>Diapositiva de análisis del proyecto 2</vt:lpstr>
      <vt:lpstr>Diapositiva de análisis del proyecto 3</vt:lpstr>
      <vt:lpstr>Diapositiva de análisis del proyecto 4</vt:lpstr>
      <vt:lpstr>Diapositiva de análisis del proyecto 5</vt:lpstr>
      <vt:lpstr>Diapositiva de análisis del proyecto 5</vt:lpstr>
      <vt:lpstr>Diapositiva de análisis del proyecto 5</vt:lpstr>
      <vt:lpstr>Diapositiva de análisis del proyecto 5</vt:lpstr>
      <vt:lpstr>Comportamiento de las acciones</vt:lpstr>
      <vt:lpstr>Presentación de PowerPoint</vt:lpstr>
      <vt:lpstr>Optimización del portafolio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 Jiménez</dc:creator>
  <cp:lastModifiedBy>Brenda Jiménez</cp:lastModifiedBy>
  <cp:revision>1</cp:revision>
  <dcterms:created xsi:type="dcterms:W3CDTF">2025-04-06T19:24:28Z</dcterms:created>
  <dcterms:modified xsi:type="dcterms:W3CDTF">2025-10-06T14:10:24Z</dcterms:modified>
</cp:coreProperties>
</file>